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60" r:id="rId3"/>
    <p:sldId id="259" r:id="rId4"/>
    <p:sldId id="274" r:id="rId5"/>
    <p:sldId id="275" r:id="rId6"/>
    <p:sldId id="276" r:id="rId7"/>
    <p:sldId id="277" r:id="rId8"/>
    <p:sldId id="278" r:id="rId9"/>
    <p:sldId id="279" r:id="rId10"/>
    <p:sldId id="280" r:id="rId11"/>
    <p:sldId id="257" r:id="rId12"/>
    <p:sldId id="258" r:id="rId13"/>
    <p:sldId id="264" r:id="rId14"/>
    <p:sldId id="265" r:id="rId15"/>
    <p:sldId id="266" r:id="rId16"/>
    <p:sldId id="267" r:id="rId17"/>
    <p:sldId id="268" r:id="rId18"/>
    <p:sldId id="269" r:id="rId19"/>
    <p:sldId id="270" r:id="rId20"/>
    <p:sldId id="271" r:id="rId21"/>
    <p:sldId id="272" r:id="rId22"/>
    <p:sldId id="261" r:id="rId23"/>
    <p:sldId id="285" r:id="rId24"/>
    <p:sldId id="286" r:id="rId25"/>
    <p:sldId id="287" r:id="rId26"/>
    <p:sldId id="288" r:id="rId27"/>
    <p:sldId id="289" r:id="rId28"/>
    <p:sldId id="290" r:id="rId29"/>
    <p:sldId id="262" r:id="rId30"/>
    <p:sldId id="273" r:id="rId31"/>
    <p:sldId id="292" r:id="rId32"/>
    <p:sldId id="28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5AAFFB-934F-E366-5BF5-E8B7A49847BC}" v="12" dt="2026-03-31T17:21:17.743"/>
    <p1510:client id="{81F339CE-7509-8AF7-3304-CE2C27F5E210}" v="59" dt="2026-04-01T23:59:24.354"/>
    <p1510:client id="{89C918AE-0F0D-176F-329B-EE9644402AA3}" v="75" dt="2026-04-01T17:16:18.763"/>
    <p1510:client id="{B83A7D04-F141-A853-332D-A690826FE96B}" v="91" dt="2026-04-02T12:01:04.398"/>
    <p1510:client id="{C3003B36-CAB4-53DF-051C-719A99EBFD28}" v="625" dt="2026-03-31T21:32:53.063"/>
    <p1510:client id="{D0597652-EA89-440A-AC99-DC9F5668605D}" v="79" dt="2026-04-01T16:35:23.0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ia Z. Mahmood" userId="S::smahmood@bellarmine.edu::ccf88776-a133-4900-b5c6-f1bf2758436b" providerId="AD" clId="Web-{C3003B36-CAB4-53DF-051C-719A99EBFD28}"/>
    <pc:docChg chg="mod addSld delSld modSld sldOrd addMainMaster delMainMaster">
      <pc:chgData name="Samia Z. Mahmood" userId="S::smahmood@bellarmine.edu::ccf88776-a133-4900-b5c6-f1bf2758436b" providerId="AD" clId="Web-{C3003B36-CAB4-53DF-051C-719A99EBFD28}" dt="2026-03-31T21:32:53.063" v="586"/>
      <pc:docMkLst>
        <pc:docMk/>
      </pc:docMkLst>
      <pc:sldChg chg="modSp mod modClrScheme chgLayout">
        <pc:chgData name="Samia Z. Mahmood" userId="S::smahmood@bellarmine.edu::ccf88776-a133-4900-b5c6-f1bf2758436b" providerId="AD" clId="Web-{C3003B36-CAB4-53DF-051C-719A99EBFD28}" dt="2026-03-31T18:59:18.733" v="4"/>
        <pc:sldMkLst>
          <pc:docMk/>
          <pc:sldMk cId="109857222" sldId="256"/>
        </pc:sldMkLst>
        <pc:spChg chg="mod ord">
          <ac:chgData name="Samia Z. Mahmood" userId="S::smahmood@bellarmine.edu::ccf88776-a133-4900-b5c6-f1bf2758436b" providerId="AD" clId="Web-{C3003B36-CAB4-53DF-051C-719A99EBFD28}" dt="2026-03-31T18:59:18.733" v="4"/>
          <ac:spMkLst>
            <pc:docMk/>
            <pc:sldMk cId="109857222" sldId="256"/>
            <ac:spMk id="2" creationId="{00000000-0000-0000-0000-000000000000}"/>
          </ac:spMkLst>
        </pc:spChg>
        <pc:spChg chg="mod ord">
          <ac:chgData name="Samia Z. Mahmood" userId="S::smahmood@bellarmine.edu::ccf88776-a133-4900-b5c6-f1bf2758436b" providerId="AD" clId="Web-{C3003B36-CAB4-53DF-051C-719A99EBFD28}" dt="2026-03-31T18:59:18.733" v="4"/>
          <ac:spMkLst>
            <pc:docMk/>
            <pc:sldMk cId="109857222" sldId="256"/>
            <ac:spMk id="3" creationId="{00000000-0000-0000-0000-000000000000}"/>
          </ac:spMkLst>
        </pc:spChg>
      </pc:sldChg>
      <pc:sldChg chg="delSp modSp mod ord modClrScheme chgLayout">
        <pc:chgData name="Samia Z. Mahmood" userId="S::smahmood@bellarmine.edu::ccf88776-a133-4900-b5c6-f1bf2758436b" providerId="AD" clId="Web-{C3003B36-CAB4-53DF-051C-719A99EBFD28}" dt="2026-03-31T19:22:36.548" v="70"/>
        <pc:sldMkLst>
          <pc:docMk/>
          <pc:sldMk cId="4111454649" sldId="257"/>
        </pc:sldMkLst>
        <pc:spChg chg="mod ord">
          <ac:chgData name="Samia Z. Mahmood" userId="S::smahmood@bellarmine.edu::ccf88776-a133-4900-b5c6-f1bf2758436b" providerId="AD" clId="Web-{C3003B36-CAB4-53DF-051C-719A99EBFD28}" dt="2026-03-31T19:19:26.642" v="35" actId="20577"/>
          <ac:spMkLst>
            <pc:docMk/>
            <pc:sldMk cId="4111454649" sldId="257"/>
            <ac:spMk id="2" creationId="{9BAA1ED8-632B-E5CB-0BB4-8463F3796CAF}"/>
          </ac:spMkLst>
        </pc:spChg>
      </pc:sldChg>
      <pc:sldChg chg="addSp delSp modSp add mod replId modClrScheme chgLayout">
        <pc:chgData name="Samia Z. Mahmood" userId="S::smahmood@bellarmine.edu::ccf88776-a133-4900-b5c6-f1bf2758436b" providerId="AD" clId="Web-{C3003B36-CAB4-53DF-051C-719A99EBFD28}" dt="2026-03-31T19:54:52.304" v="323" actId="14100"/>
        <pc:sldMkLst>
          <pc:docMk/>
          <pc:sldMk cId="1542114693" sldId="258"/>
        </pc:sldMkLst>
        <pc:spChg chg="mod ord">
          <ac:chgData name="Samia Z. Mahmood" userId="S::smahmood@bellarmine.edu::ccf88776-a133-4900-b5c6-f1bf2758436b" providerId="AD" clId="Web-{C3003B36-CAB4-53DF-051C-719A99EBFD28}" dt="2026-03-31T19:54:52.304" v="323" actId="14100"/>
          <ac:spMkLst>
            <pc:docMk/>
            <pc:sldMk cId="1542114693" sldId="258"/>
            <ac:spMk id="2" creationId="{DEDC28C5-1ACA-E1C1-16FD-26AD3B2C381E}"/>
          </ac:spMkLst>
        </pc:spChg>
        <pc:spChg chg="add mod ord">
          <ac:chgData name="Samia Z. Mahmood" userId="S::smahmood@bellarmine.edu::ccf88776-a133-4900-b5c6-f1bf2758436b" providerId="AD" clId="Web-{C3003B36-CAB4-53DF-051C-719A99EBFD28}" dt="2026-03-31T19:39:00.286" v="251"/>
          <ac:spMkLst>
            <pc:docMk/>
            <pc:sldMk cId="1542114693" sldId="258"/>
            <ac:spMk id="4" creationId="{6C42FEF9-96D8-6D23-7843-1A00760E9344}"/>
          </ac:spMkLst>
        </pc:spChg>
        <pc:picChg chg="add mod modCrop">
          <ac:chgData name="Samia Z. Mahmood" userId="S::smahmood@bellarmine.edu::ccf88776-a133-4900-b5c6-f1bf2758436b" providerId="AD" clId="Web-{C3003B36-CAB4-53DF-051C-719A99EBFD28}" dt="2026-03-31T19:34:47.222" v="226" actId="1076"/>
          <ac:picMkLst>
            <pc:docMk/>
            <pc:sldMk cId="1542114693" sldId="258"/>
            <ac:picMk id="15" creationId="{49EC744D-A380-D5E5-DC3D-CB9E697B87E1}"/>
          </ac:picMkLst>
        </pc:picChg>
        <pc:picChg chg="add mod modCrop">
          <ac:chgData name="Samia Z. Mahmood" userId="S::smahmood@bellarmine.edu::ccf88776-a133-4900-b5c6-f1bf2758436b" providerId="AD" clId="Web-{C3003B36-CAB4-53DF-051C-719A99EBFD28}" dt="2026-03-31T19:38:47.707" v="247" actId="14100"/>
          <ac:picMkLst>
            <pc:docMk/>
            <pc:sldMk cId="1542114693" sldId="258"/>
            <ac:picMk id="16" creationId="{10AD46F2-91A5-16F0-77D1-2E7749635F31}"/>
          </ac:picMkLst>
        </pc:picChg>
        <pc:cxnChg chg="add mod">
          <ac:chgData name="Samia Z. Mahmood" userId="S::smahmood@bellarmine.edu::ccf88776-a133-4900-b5c6-f1bf2758436b" providerId="AD" clId="Web-{C3003B36-CAB4-53DF-051C-719A99EBFD28}" dt="2026-03-31T19:36:02.379" v="234" actId="14100"/>
          <ac:cxnSpMkLst>
            <pc:docMk/>
            <pc:sldMk cId="1542114693" sldId="258"/>
            <ac:cxnSpMk id="14" creationId="{C29E1975-FDBB-CF7E-E9D6-5E9A66660503}"/>
          </ac:cxnSpMkLst>
        </pc:cxnChg>
      </pc:sldChg>
      <pc:sldChg chg="add ord replId">
        <pc:chgData name="Samia Z. Mahmood" userId="S::smahmood@bellarmine.edu::ccf88776-a133-4900-b5c6-f1bf2758436b" providerId="AD" clId="Web-{C3003B36-CAB4-53DF-051C-719A99EBFD28}" dt="2026-03-31T19:22:35.314" v="69"/>
        <pc:sldMkLst>
          <pc:docMk/>
          <pc:sldMk cId="1243709077" sldId="259"/>
        </pc:sldMkLst>
      </pc:sldChg>
      <pc:sldChg chg="modSp add ord replId">
        <pc:chgData name="Samia Z. Mahmood" userId="S::smahmood@bellarmine.edu::ccf88776-a133-4900-b5c6-f1bf2758436b" providerId="AD" clId="Web-{C3003B36-CAB4-53DF-051C-719A99EBFD28}" dt="2026-03-31T19:19:17.751" v="28" actId="20577"/>
        <pc:sldMkLst>
          <pc:docMk/>
          <pc:sldMk cId="4242522821" sldId="260"/>
        </pc:sldMkLst>
        <pc:spChg chg="mod">
          <ac:chgData name="Samia Z. Mahmood" userId="S::smahmood@bellarmine.edu::ccf88776-a133-4900-b5c6-f1bf2758436b" providerId="AD" clId="Web-{C3003B36-CAB4-53DF-051C-719A99EBFD28}" dt="2026-03-31T19:19:17.751" v="28" actId="20577"/>
          <ac:spMkLst>
            <pc:docMk/>
            <pc:sldMk cId="4242522821" sldId="260"/>
            <ac:spMk id="2" creationId="{7C0AD76C-14C5-4CE4-7F79-29A651DD57E6}"/>
          </ac:spMkLst>
        </pc:spChg>
      </pc:sldChg>
      <pc:sldChg chg="modSp add ord replId">
        <pc:chgData name="Samia Z. Mahmood" userId="S::smahmood@bellarmine.edu::ccf88776-a133-4900-b5c6-f1bf2758436b" providerId="AD" clId="Web-{C3003B36-CAB4-53DF-051C-719A99EBFD28}" dt="2026-03-31T19:57:53.337" v="349"/>
        <pc:sldMkLst>
          <pc:docMk/>
          <pc:sldMk cId="245641994" sldId="261"/>
        </pc:sldMkLst>
        <pc:spChg chg="mod">
          <ac:chgData name="Samia Z. Mahmood" userId="S::smahmood@bellarmine.edu::ccf88776-a133-4900-b5c6-f1bf2758436b" providerId="AD" clId="Web-{C3003B36-CAB4-53DF-051C-719A99EBFD28}" dt="2026-03-31T19:21:07.407" v="51" actId="20577"/>
          <ac:spMkLst>
            <pc:docMk/>
            <pc:sldMk cId="245641994" sldId="261"/>
            <ac:spMk id="2" creationId="{693FF97D-0AFA-354B-C396-A0FC2276E279}"/>
          </ac:spMkLst>
        </pc:spChg>
      </pc:sldChg>
      <pc:sldChg chg="modSp add replId">
        <pc:chgData name="Samia Z. Mahmood" userId="S::smahmood@bellarmine.edu::ccf88776-a133-4900-b5c6-f1bf2758436b" providerId="AD" clId="Web-{C3003B36-CAB4-53DF-051C-719A99EBFD28}" dt="2026-03-31T19:21:17.657" v="56" actId="20577"/>
        <pc:sldMkLst>
          <pc:docMk/>
          <pc:sldMk cId="874826784" sldId="262"/>
        </pc:sldMkLst>
        <pc:spChg chg="mod">
          <ac:chgData name="Samia Z. Mahmood" userId="S::smahmood@bellarmine.edu::ccf88776-a133-4900-b5c6-f1bf2758436b" providerId="AD" clId="Web-{C3003B36-CAB4-53DF-051C-719A99EBFD28}" dt="2026-03-31T19:21:17.657" v="56" actId="20577"/>
          <ac:spMkLst>
            <pc:docMk/>
            <pc:sldMk cId="874826784" sldId="262"/>
            <ac:spMk id="2" creationId="{3FF7CD86-324B-F069-EF3E-94A3E48AD3BF}"/>
          </ac:spMkLst>
        </pc:spChg>
      </pc:sldChg>
      <pc:sldChg chg="addSp delSp modSp new mod modClrScheme chgLayout">
        <pc:chgData name="Samia Z. Mahmood" userId="S::smahmood@bellarmine.edu::ccf88776-a133-4900-b5c6-f1bf2758436b" providerId="AD" clId="Web-{C3003B36-CAB4-53DF-051C-719A99EBFD28}" dt="2026-03-31T19:57:12.774" v="345" actId="1076"/>
        <pc:sldMkLst>
          <pc:docMk/>
          <pc:sldMk cId="287392553" sldId="264"/>
        </pc:sldMkLst>
        <pc:spChg chg="mod">
          <ac:chgData name="Samia Z. Mahmood" userId="S::smahmood@bellarmine.edu::ccf88776-a133-4900-b5c6-f1bf2758436b" providerId="AD" clId="Web-{C3003B36-CAB4-53DF-051C-719A99EBFD28}" dt="2026-03-31T19:45:50.380" v="294" actId="20577"/>
          <ac:spMkLst>
            <pc:docMk/>
            <pc:sldMk cId="287392553" sldId="264"/>
            <ac:spMk id="2" creationId="{80A34094-2256-F408-E30B-DD4114DF2FD8}"/>
          </ac:spMkLst>
        </pc:spChg>
        <pc:spChg chg="mod">
          <ac:chgData name="Samia Z. Mahmood" userId="S::smahmood@bellarmine.edu::ccf88776-a133-4900-b5c6-f1bf2758436b" providerId="AD" clId="Web-{C3003B36-CAB4-53DF-051C-719A99EBFD28}" dt="2026-03-31T19:40:04.458" v="269"/>
          <ac:spMkLst>
            <pc:docMk/>
            <pc:sldMk cId="287392553" sldId="264"/>
            <ac:spMk id="4" creationId="{6D88E540-7DBD-4FD7-31A9-90A80538257F}"/>
          </ac:spMkLst>
        </pc:spChg>
        <pc:spChg chg="mod">
          <ac:chgData name="Samia Z. Mahmood" userId="S::smahmood@bellarmine.edu::ccf88776-a133-4900-b5c6-f1bf2758436b" providerId="AD" clId="Web-{C3003B36-CAB4-53DF-051C-719A99EBFD28}" dt="2026-03-31T19:40:04.458" v="269"/>
          <ac:spMkLst>
            <pc:docMk/>
            <pc:sldMk cId="287392553" sldId="264"/>
            <ac:spMk id="6" creationId="{73A7EBDA-B45E-5576-88CB-451BF818FB3B}"/>
          </ac:spMkLst>
        </pc:spChg>
        <pc:picChg chg="add mod ord">
          <ac:chgData name="Samia Z. Mahmood" userId="S::smahmood@bellarmine.edu::ccf88776-a133-4900-b5c6-f1bf2758436b" providerId="AD" clId="Web-{C3003B36-CAB4-53DF-051C-719A99EBFD28}" dt="2026-03-31T19:57:12.774" v="345" actId="1076"/>
          <ac:picMkLst>
            <pc:docMk/>
            <pc:sldMk cId="287392553" sldId="264"/>
            <ac:picMk id="8" creationId="{984E12BA-D848-DD88-A478-E2B8A68BC624}"/>
          </ac:picMkLst>
        </pc:picChg>
      </pc:sldChg>
      <pc:sldChg chg="addSp delSp modSp add ord replId">
        <pc:chgData name="Samia Z. Mahmood" userId="S::smahmood@bellarmine.edu::ccf88776-a133-4900-b5c6-f1bf2758436b" providerId="AD" clId="Web-{C3003B36-CAB4-53DF-051C-719A99EBFD28}" dt="2026-03-31T19:55:19.430" v="328" actId="20577"/>
        <pc:sldMkLst>
          <pc:docMk/>
          <pc:sldMk cId="1309234716" sldId="265"/>
        </pc:sldMkLst>
        <pc:spChg chg="mod">
          <ac:chgData name="Samia Z. Mahmood" userId="S::smahmood@bellarmine.edu::ccf88776-a133-4900-b5c6-f1bf2758436b" providerId="AD" clId="Web-{C3003B36-CAB4-53DF-051C-719A99EBFD28}" dt="2026-03-31T19:54:45.460" v="322" actId="14100"/>
          <ac:spMkLst>
            <pc:docMk/>
            <pc:sldMk cId="1309234716" sldId="265"/>
            <ac:spMk id="2" creationId="{EA10E084-5B2A-66C6-9507-0B8F2D17CB86}"/>
          </ac:spMkLst>
        </pc:spChg>
        <pc:spChg chg="mod">
          <ac:chgData name="Samia Z. Mahmood" userId="S::smahmood@bellarmine.edu::ccf88776-a133-4900-b5c6-f1bf2758436b" providerId="AD" clId="Web-{C3003B36-CAB4-53DF-051C-719A99EBFD28}" dt="2026-03-31T19:55:19.430" v="328" actId="20577"/>
          <ac:spMkLst>
            <pc:docMk/>
            <pc:sldMk cId="1309234716" sldId="265"/>
            <ac:spMk id="4" creationId="{F227E518-2A21-657B-EE0E-08073203127D}"/>
          </ac:spMkLst>
        </pc:spChg>
        <pc:picChg chg="add mod modCrop">
          <ac:chgData name="Samia Z. Mahmood" userId="S::smahmood@bellarmine.edu::ccf88776-a133-4900-b5c6-f1bf2758436b" providerId="AD" clId="Web-{C3003B36-CAB4-53DF-051C-719A99EBFD28}" dt="2026-03-31T19:55:08.726" v="326" actId="1076"/>
          <ac:picMkLst>
            <pc:docMk/>
            <pc:sldMk cId="1309234716" sldId="265"/>
            <ac:picMk id="3" creationId="{ED944216-49D2-8FD1-B128-60F29892A6C8}"/>
          </ac:picMkLst>
        </pc:picChg>
        <pc:picChg chg="add mod modCrop">
          <ac:chgData name="Samia Z. Mahmood" userId="S::smahmood@bellarmine.edu::ccf88776-a133-4900-b5c6-f1bf2758436b" providerId="AD" clId="Web-{C3003B36-CAB4-53DF-051C-719A99EBFD28}" dt="2026-03-31T19:54:06.913" v="316" actId="1076"/>
          <ac:picMkLst>
            <pc:docMk/>
            <pc:sldMk cId="1309234716" sldId="265"/>
            <ac:picMk id="5" creationId="{C4E7CC80-CD95-9116-15B8-A9E227ED42AC}"/>
          </ac:picMkLst>
        </pc:picChg>
        <pc:cxnChg chg="add mod">
          <ac:chgData name="Samia Z. Mahmood" userId="S::smahmood@bellarmine.edu::ccf88776-a133-4900-b5c6-f1bf2758436b" providerId="AD" clId="Web-{C3003B36-CAB4-53DF-051C-719A99EBFD28}" dt="2026-03-31T19:55:03.788" v="325" actId="1076"/>
          <ac:cxnSpMkLst>
            <pc:docMk/>
            <pc:sldMk cId="1309234716" sldId="265"/>
            <ac:cxnSpMk id="7" creationId="{222C5A7D-F45D-597E-C3B5-FE951BE5E80A}"/>
          </ac:cxnSpMkLst>
        </pc:cxnChg>
      </pc:sldChg>
      <pc:sldChg chg="addSp delSp modSp add ord replId">
        <pc:chgData name="Samia Z. Mahmood" userId="S::smahmood@bellarmine.edu::ccf88776-a133-4900-b5c6-f1bf2758436b" providerId="AD" clId="Web-{C3003B36-CAB4-53DF-051C-719A99EBFD28}" dt="2026-03-31T19:57:08.915" v="344" actId="1076"/>
        <pc:sldMkLst>
          <pc:docMk/>
          <pc:sldMk cId="361051121" sldId="266"/>
        </pc:sldMkLst>
        <pc:spChg chg="mod">
          <ac:chgData name="Samia Z. Mahmood" userId="S::smahmood@bellarmine.edu::ccf88776-a133-4900-b5c6-f1bf2758436b" providerId="AD" clId="Web-{C3003B36-CAB4-53DF-051C-719A99EBFD28}" dt="2026-03-31T19:55:31.446" v="332" actId="20577"/>
          <ac:spMkLst>
            <pc:docMk/>
            <pc:sldMk cId="361051121" sldId="266"/>
            <ac:spMk id="2" creationId="{40F00B99-97CD-58F8-9FC8-C4CB0643AFE8}"/>
          </ac:spMkLst>
        </pc:spChg>
        <pc:picChg chg="add mod ord modCrop">
          <ac:chgData name="Samia Z. Mahmood" userId="S::smahmood@bellarmine.edu::ccf88776-a133-4900-b5c6-f1bf2758436b" providerId="AD" clId="Web-{C3003B36-CAB4-53DF-051C-719A99EBFD28}" dt="2026-03-31T19:57:08.915" v="344" actId="1076"/>
          <ac:picMkLst>
            <pc:docMk/>
            <pc:sldMk cId="361051121" sldId="266"/>
            <ac:picMk id="7" creationId="{5FED55DB-802B-98BE-F681-AEA64A112C6B}"/>
          </ac:picMkLst>
        </pc:picChg>
      </pc:sldChg>
      <pc:sldChg chg="addSp delSp modSp add ord replId">
        <pc:chgData name="Samia Z. Mahmood" userId="S::smahmood@bellarmine.edu::ccf88776-a133-4900-b5c6-f1bf2758436b" providerId="AD" clId="Web-{C3003B36-CAB4-53DF-051C-719A99EBFD28}" dt="2026-03-31T21:11:53.814" v="558"/>
        <pc:sldMkLst>
          <pc:docMk/>
          <pc:sldMk cId="1662403694" sldId="267"/>
        </pc:sldMkLst>
        <pc:spChg chg="mod">
          <ac:chgData name="Samia Z. Mahmood" userId="S::smahmood@bellarmine.edu::ccf88776-a133-4900-b5c6-f1bf2758436b" providerId="AD" clId="Web-{C3003B36-CAB4-53DF-051C-719A99EBFD28}" dt="2026-03-31T21:04:09.633" v="553" actId="14100"/>
          <ac:spMkLst>
            <pc:docMk/>
            <pc:sldMk cId="1662403694" sldId="267"/>
            <ac:spMk id="2" creationId="{D833F321-3F58-D1BC-01AC-A9EB4CB0073C}"/>
          </ac:spMkLst>
        </pc:spChg>
        <pc:spChg chg="mod">
          <ac:chgData name="Samia Z. Mahmood" userId="S::smahmood@bellarmine.edu::ccf88776-a133-4900-b5c6-f1bf2758436b" providerId="AD" clId="Web-{C3003B36-CAB4-53DF-051C-719A99EBFD28}" dt="2026-03-31T20:15:07.177" v="353" actId="20577"/>
          <ac:spMkLst>
            <pc:docMk/>
            <pc:sldMk cId="1662403694" sldId="267"/>
            <ac:spMk id="4" creationId="{6B123DBA-C895-8B1B-7DDD-5D9885808FB2}"/>
          </ac:spMkLst>
        </pc:spChg>
        <pc:picChg chg="add mod modCrop">
          <ac:chgData name="Samia Z. Mahmood" userId="S::smahmood@bellarmine.edu::ccf88776-a133-4900-b5c6-f1bf2758436b" providerId="AD" clId="Web-{C3003B36-CAB4-53DF-051C-719A99EBFD28}" dt="2026-03-31T21:11:40.502" v="554" actId="1076"/>
          <ac:picMkLst>
            <pc:docMk/>
            <pc:sldMk cId="1662403694" sldId="267"/>
            <ac:picMk id="6" creationId="{A3AFDD7A-76C2-5EB4-8E77-60EC487DE34E}"/>
          </ac:picMkLst>
        </pc:picChg>
        <pc:picChg chg="add mod modCrop">
          <ac:chgData name="Samia Z. Mahmood" userId="S::smahmood@bellarmine.edu::ccf88776-a133-4900-b5c6-f1bf2758436b" providerId="AD" clId="Web-{C3003B36-CAB4-53DF-051C-719A99EBFD28}" dt="2026-03-31T21:11:53.814" v="558"/>
          <ac:picMkLst>
            <pc:docMk/>
            <pc:sldMk cId="1662403694" sldId="267"/>
            <ac:picMk id="9" creationId="{7129F213-A18F-06DD-BA7B-FB78D677206A}"/>
          </ac:picMkLst>
        </pc:picChg>
        <pc:cxnChg chg="mod">
          <ac:chgData name="Samia Z. Mahmood" userId="S::smahmood@bellarmine.edu::ccf88776-a133-4900-b5c6-f1bf2758436b" providerId="AD" clId="Web-{C3003B36-CAB4-53DF-051C-719A99EBFD28}" dt="2026-03-31T21:11:43.252" v="555" actId="1076"/>
          <ac:cxnSpMkLst>
            <pc:docMk/>
            <pc:sldMk cId="1662403694" sldId="267"/>
            <ac:cxnSpMk id="7" creationId="{04557D1C-7EB4-16F6-DC3F-3ADF1A213167}"/>
          </ac:cxnSpMkLst>
        </pc:cxnChg>
      </pc:sldChg>
      <pc:sldChg chg="addSp delSp modSp add ord replId">
        <pc:chgData name="Samia Z. Mahmood" userId="S::smahmood@bellarmine.edu::ccf88776-a133-4900-b5c6-f1bf2758436b" providerId="AD" clId="Web-{C3003B36-CAB4-53DF-051C-719A99EBFD28}" dt="2026-03-31T20:28:03.299" v="395" actId="20577"/>
        <pc:sldMkLst>
          <pc:docMk/>
          <pc:sldMk cId="4052246150" sldId="268"/>
        </pc:sldMkLst>
        <pc:spChg chg="mod">
          <ac:chgData name="Samia Z. Mahmood" userId="S::smahmood@bellarmine.edu::ccf88776-a133-4900-b5c6-f1bf2758436b" providerId="AD" clId="Web-{C3003B36-CAB4-53DF-051C-719A99EBFD28}" dt="2026-03-31T20:28:03.299" v="395" actId="20577"/>
          <ac:spMkLst>
            <pc:docMk/>
            <pc:sldMk cId="4052246150" sldId="268"/>
            <ac:spMk id="2" creationId="{DF7D29D1-F800-4868-EA6C-8DEA1689C721}"/>
          </ac:spMkLst>
        </pc:spChg>
        <pc:picChg chg="add mod ord">
          <ac:chgData name="Samia Z. Mahmood" userId="S::smahmood@bellarmine.edu::ccf88776-a133-4900-b5c6-f1bf2758436b" providerId="AD" clId="Web-{C3003B36-CAB4-53DF-051C-719A99EBFD28}" dt="2026-03-31T20:27:56.971" v="391"/>
          <ac:picMkLst>
            <pc:docMk/>
            <pc:sldMk cId="4052246150" sldId="268"/>
            <ac:picMk id="8" creationId="{747FFB93-97FD-9462-D3EF-C4BFFDB784E9}"/>
          </ac:picMkLst>
        </pc:picChg>
      </pc:sldChg>
      <pc:sldChg chg="addSp delSp modSp add ord replId">
        <pc:chgData name="Samia Z. Mahmood" userId="S::smahmood@bellarmine.edu::ccf88776-a133-4900-b5c6-f1bf2758436b" providerId="AD" clId="Web-{C3003B36-CAB4-53DF-051C-719A99EBFD28}" dt="2026-03-31T21:16:23.871" v="576"/>
        <pc:sldMkLst>
          <pc:docMk/>
          <pc:sldMk cId="1481038969" sldId="269"/>
        </pc:sldMkLst>
        <pc:spChg chg="mod">
          <ac:chgData name="Samia Z. Mahmood" userId="S::smahmood@bellarmine.edu::ccf88776-a133-4900-b5c6-f1bf2758436b" providerId="AD" clId="Web-{C3003B36-CAB4-53DF-051C-719A99EBFD28}" dt="2026-03-31T21:15:17.177" v="565" actId="14100"/>
          <ac:spMkLst>
            <pc:docMk/>
            <pc:sldMk cId="1481038969" sldId="269"/>
            <ac:spMk id="2" creationId="{535B9868-6D12-3E20-E02E-55C12A795CC6}"/>
          </ac:spMkLst>
        </pc:spChg>
        <pc:spChg chg="mod">
          <ac:chgData name="Samia Z. Mahmood" userId="S::smahmood@bellarmine.edu::ccf88776-a133-4900-b5c6-f1bf2758436b" providerId="AD" clId="Web-{C3003B36-CAB4-53DF-051C-719A99EBFD28}" dt="2026-03-31T20:30:01.273" v="418" actId="20577"/>
          <ac:spMkLst>
            <pc:docMk/>
            <pc:sldMk cId="1481038969" sldId="269"/>
            <ac:spMk id="4" creationId="{0748FFC0-1621-1C95-6143-13A09897C8EA}"/>
          </ac:spMkLst>
        </pc:spChg>
        <pc:picChg chg="add mod modCrop">
          <ac:chgData name="Samia Z. Mahmood" userId="S::smahmood@bellarmine.edu::ccf88776-a133-4900-b5c6-f1bf2758436b" providerId="AD" clId="Web-{C3003B36-CAB4-53DF-051C-719A99EBFD28}" dt="2026-03-31T21:16:23.871" v="576"/>
          <ac:picMkLst>
            <pc:docMk/>
            <pc:sldMk cId="1481038969" sldId="269"/>
            <ac:picMk id="3" creationId="{2767DF44-BD6F-7751-E47A-EAF4AEDDF2EB}"/>
          </ac:picMkLst>
        </pc:picChg>
        <pc:picChg chg="add mod modCrop">
          <ac:chgData name="Samia Z. Mahmood" userId="S::smahmood@bellarmine.edu::ccf88776-a133-4900-b5c6-f1bf2758436b" providerId="AD" clId="Web-{C3003B36-CAB4-53DF-051C-719A99EBFD28}" dt="2026-03-31T21:14:53.082" v="560" actId="14100"/>
          <ac:picMkLst>
            <pc:docMk/>
            <pc:sldMk cId="1481038969" sldId="269"/>
            <ac:picMk id="5" creationId="{FFF99E14-E57E-04FB-03E0-F9DA321A23FF}"/>
          </ac:picMkLst>
        </pc:picChg>
        <pc:cxnChg chg="mod">
          <ac:chgData name="Samia Z. Mahmood" userId="S::smahmood@bellarmine.edu::ccf88776-a133-4900-b5c6-f1bf2758436b" providerId="AD" clId="Web-{C3003B36-CAB4-53DF-051C-719A99EBFD28}" dt="2026-03-31T21:16:12.729" v="574" actId="14100"/>
          <ac:cxnSpMkLst>
            <pc:docMk/>
            <pc:sldMk cId="1481038969" sldId="269"/>
            <ac:cxnSpMk id="7" creationId="{95FADE9D-5D24-8D13-2974-6EB2C6DFF675}"/>
          </ac:cxnSpMkLst>
        </pc:cxnChg>
      </pc:sldChg>
      <pc:sldChg chg="addSp delSp modSp add ord replId">
        <pc:chgData name="Samia Z. Mahmood" userId="S::smahmood@bellarmine.edu::ccf88776-a133-4900-b5c6-f1bf2758436b" providerId="AD" clId="Web-{C3003B36-CAB4-53DF-051C-719A99EBFD28}" dt="2026-03-31T20:45:31.011" v="477" actId="20577"/>
        <pc:sldMkLst>
          <pc:docMk/>
          <pc:sldMk cId="2762516956" sldId="270"/>
        </pc:sldMkLst>
        <pc:spChg chg="mod">
          <ac:chgData name="Samia Z. Mahmood" userId="S::smahmood@bellarmine.edu::ccf88776-a133-4900-b5c6-f1bf2758436b" providerId="AD" clId="Web-{C3003B36-CAB4-53DF-051C-719A99EBFD28}" dt="2026-03-31T20:43:32.941" v="450" actId="20577"/>
          <ac:spMkLst>
            <pc:docMk/>
            <pc:sldMk cId="2762516956" sldId="270"/>
            <ac:spMk id="2" creationId="{904AD793-7AA0-3A99-74E3-C516AFE4F80B}"/>
          </ac:spMkLst>
        </pc:spChg>
        <pc:spChg chg="add mod">
          <ac:chgData name="Samia Z. Mahmood" userId="S::smahmood@bellarmine.edu::ccf88776-a133-4900-b5c6-f1bf2758436b" providerId="AD" clId="Web-{C3003B36-CAB4-53DF-051C-719A99EBFD28}" dt="2026-03-31T20:45:15.948" v="474" actId="20577"/>
          <ac:spMkLst>
            <pc:docMk/>
            <pc:sldMk cId="2762516956" sldId="270"/>
            <ac:spMk id="10" creationId="{798891D5-56A4-7DC9-2206-CC91E4C7D464}"/>
          </ac:spMkLst>
        </pc:spChg>
        <pc:spChg chg="add mod">
          <ac:chgData name="Samia Z. Mahmood" userId="S::smahmood@bellarmine.edu::ccf88776-a133-4900-b5c6-f1bf2758436b" providerId="AD" clId="Web-{C3003B36-CAB4-53DF-051C-719A99EBFD28}" dt="2026-03-31T20:45:31.011" v="477" actId="20577"/>
          <ac:spMkLst>
            <pc:docMk/>
            <pc:sldMk cId="2762516956" sldId="270"/>
            <ac:spMk id="11" creationId="{7F41D51D-A867-F6FC-D94B-AC791FA78DE0}"/>
          </ac:spMkLst>
        </pc:spChg>
        <pc:picChg chg="add mod ord">
          <ac:chgData name="Samia Z. Mahmood" userId="S::smahmood@bellarmine.edu::ccf88776-a133-4900-b5c6-f1bf2758436b" providerId="AD" clId="Web-{C3003B36-CAB4-53DF-051C-719A99EBFD28}" dt="2026-03-31T20:45:05.213" v="470" actId="1076"/>
          <ac:picMkLst>
            <pc:docMk/>
            <pc:sldMk cId="2762516956" sldId="270"/>
            <ac:picMk id="7" creationId="{FF589676-D358-BEF9-5A8C-7B4C571F6892}"/>
          </ac:picMkLst>
        </pc:picChg>
        <pc:picChg chg="add mod">
          <ac:chgData name="Samia Z. Mahmood" userId="S::smahmood@bellarmine.edu::ccf88776-a133-4900-b5c6-f1bf2758436b" providerId="AD" clId="Web-{C3003B36-CAB4-53DF-051C-719A99EBFD28}" dt="2026-03-31T20:45:07.400" v="471" actId="1076"/>
          <ac:picMkLst>
            <pc:docMk/>
            <pc:sldMk cId="2762516956" sldId="270"/>
            <ac:picMk id="9" creationId="{E0EF9698-FC1F-F87F-8336-C85C50E011D4}"/>
          </ac:picMkLst>
        </pc:picChg>
      </pc:sldChg>
      <pc:sldChg chg="addSp delSp modSp add ord replId">
        <pc:chgData name="Samia Z. Mahmood" userId="S::smahmood@bellarmine.edu::ccf88776-a133-4900-b5c6-f1bf2758436b" providerId="AD" clId="Web-{C3003B36-CAB4-53DF-051C-719A99EBFD28}" dt="2026-03-31T21:31:31.448" v="584" actId="20577"/>
        <pc:sldMkLst>
          <pc:docMk/>
          <pc:sldMk cId="2632131851" sldId="271"/>
        </pc:sldMkLst>
        <pc:spChg chg="mod">
          <ac:chgData name="Samia Z. Mahmood" userId="S::smahmood@bellarmine.edu::ccf88776-a133-4900-b5c6-f1bf2758436b" providerId="AD" clId="Web-{C3003B36-CAB4-53DF-051C-719A99EBFD28}" dt="2026-03-31T21:31:31.448" v="584" actId="20577"/>
          <ac:spMkLst>
            <pc:docMk/>
            <pc:sldMk cId="2632131851" sldId="271"/>
            <ac:spMk id="2" creationId="{C0CE1529-65A9-976C-F67B-248DDA158FB3}"/>
          </ac:spMkLst>
        </pc:spChg>
        <pc:spChg chg="mod">
          <ac:chgData name="Samia Z. Mahmood" userId="S::smahmood@bellarmine.edu::ccf88776-a133-4900-b5c6-f1bf2758436b" providerId="AD" clId="Web-{C3003B36-CAB4-53DF-051C-719A99EBFD28}" dt="2026-03-31T21:20:21.418" v="579" actId="20577"/>
          <ac:spMkLst>
            <pc:docMk/>
            <pc:sldMk cId="2632131851" sldId="271"/>
            <ac:spMk id="4" creationId="{F69A666D-6A1B-83BE-DD4F-4DB2E7E85CB9}"/>
          </ac:spMkLst>
        </pc:spChg>
        <pc:picChg chg="add mod modCrop">
          <ac:chgData name="Samia Z. Mahmood" userId="S::smahmood@bellarmine.edu::ccf88776-a133-4900-b5c6-f1bf2758436b" providerId="AD" clId="Web-{C3003B36-CAB4-53DF-051C-719A99EBFD28}" dt="2026-03-31T20:51:20.116" v="520" actId="1076"/>
          <ac:picMkLst>
            <pc:docMk/>
            <pc:sldMk cId="2632131851" sldId="271"/>
            <ac:picMk id="6" creationId="{AC1781E6-A3BA-A28D-D813-30A73454F567}"/>
          </ac:picMkLst>
        </pc:picChg>
        <pc:picChg chg="add mod">
          <ac:chgData name="Samia Z. Mahmood" userId="S::smahmood@bellarmine.edu::ccf88776-a133-4900-b5c6-f1bf2758436b" providerId="AD" clId="Web-{C3003B36-CAB4-53DF-051C-719A99EBFD28}" dt="2026-03-31T21:23:47.456" v="583" actId="14100"/>
          <ac:picMkLst>
            <pc:docMk/>
            <pc:sldMk cId="2632131851" sldId="271"/>
            <ac:picMk id="9" creationId="{308DE2B8-1A04-8147-021A-3CC1ACC8D060}"/>
          </ac:picMkLst>
        </pc:picChg>
        <pc:cxnChg chg="mod">
          <ac:chgData name="Samia Z. Mahmood" userId="S::smahmood@bellarmine.edu::ccf88776-a133-4900-b5c6-f1bf2758436b" providerId="AD" clId="Web-{C3003B36-CAB4-53DF-051C-719A99EBFD28}" dt="2026-03-31T20:51:33.523" v="522" actId="1076"/>
          <ac:cxnSpMkLst>
            <pc:docMk/>
            <pc:sldMk cId="2632131851" sldId="271"/>
            <ac:cxnSpMk id="7" creationId="{07F9A74A-07A4-C95E-2DD2-538B8646D15C}"/>
          </ac:cxnSpMkLst>
        </pc:cxnChg>
      </pc:sldChg>
      <pc:sldChg chg="addSp delSp modSp add ord replId">
        <pc:chgData name="Samia Z. Mahmood" userId="S::smahmood@bellarmine.edu::ccf88776-a133-4900-b5c6-f1bf2758436b" providerId="AD" clId="Web-{C3003B36-CAB4-53DF-051C-719A99EBFD28}" dt="2026-03-31T20:54:14.275" v="552" actId="1076"/>
        <pc:sldMkLst>
          <pc:docMk/>
          <pc:sldMk cId="687318866" sldId="272"/>
        </pc:sldMkLst>
        <pc:spChg chg="mod">
          <ac:chgData name="Samia Z. Mahmood" userId="S::smahmood@bellarmine.edu::ccf88776-a133-4900-b5c6-f1bf2758436b" providerId="AD" clId="Web-{C3003B36-CAB4-53DF-051C-719A99EBFD28}" dt="2026-03-31T20:52:32.805" v="528" actId="20577"/>
          <ac:spMkLst>
            <pc:docMk/>
            <pc:sldMk cId="687318866" sldId="272"/>
            <ac:spMk id="2" creationId="{C98D8C77-43CC-A1D5-8374-D69D60920DF9}"/>
          </ac:spMkLst>
        </pc:spChg>
        <pc:spChg chg="mod">
          <ac:chgData name="Samia Z. Mahmood" userId="S::smahmood@bellarmine.edu::ccf88776-a133-4900-b5c6-f1bf2758436b" providerId="AD" clId="Web-{C3003B36-CAB4-53DF-051C-719A99EBFD28}" dt="2026-03-31T20:52:36.742" v="529" actId="20577"/>
          <ac:spMkLst>
            <pc:docMk/>
            <pc:sldMk cId="687318866" sldId="272"/>
            <ac:spMk id="10" creationId="{1D23A63E-62E4-AC3D-3CEA-314BB614AC92}"/>
          </ac:spMkLst>
        </pc:spChg>
        <pc:spChg chg="add del mod">
          <ac:chgData name="Samia Z. Mahmood" userId="S::smahmood@bellarmine.edu::ccf88776-a133-4900-b5c6-f1bf2758436b" providerId="AD" clId="Web-{C3003B36-CAB4-53DF-051C-719A99EBFD28}" dt="2026-03-31T20:52:45.680" v="533" actId="20577"/>
          <ac:spMkLst>
            <pc:docMk/>
            <pc:sldMk cId="687318866" sldId="272"/>
            <ac:spMk id="11" creationId="{7283EDA1-EBD1-9F53-3FE7-0A5F447CDB99}"/>
          </ac:spMkLst>
        </pc:spChg>
        <pc:picChg chg="add mod">
          <ac:chgData name="Samia Z. Mahmood" userId="S::smahmood@bellarmine.edu::ccf88776-a133-4900-b5c6-f1bf2758436b" providerId="AD" clId="Web-{C3003B36-CAB4-53DF-051C-719A99EBFD28}" dt="2026-03-31T20:53:41.525" v="545" actId="1076"/>
          <ac:picMkLst>
            <pc:docMk/>
            <pc:sldMk cId="687318866" sldId="272"/>
            <ac:picMk id="20" creationId="{6A1AC55C-CEFF-E0D5-C6EF-BB7D45D956DF}"/>
          </ac:picMkLst>
        </pc:picChg>
        <pc:picChg chg="add mod">
          <ac:chgData name="Samia Z. Mahmood" userId="S::smahmood@bellarmine.edu::ccf88776-a133-4900-b5c6-f1bf2758436b" providerId="AD" clId="Web-{C3003B36-CAB4-53DF-051C-719A99EBFD28}" dt="2026-03-31T20:54:14.275" v="552" actId="1076"/>
          <ac:picMkLst>
            <pc:docMk/>
            <pc:sldMk cId="687318866" sldId="272"/>
            <ac:picMk id="21" creationId="{E5A68604-1ACB-7EA0-08CC-11898C67372E}"/>
          </ac:picMkLst>
        </pc:picChg>
      </pc:sldChg>
      <pc:sldChg chg="add ord replId">
        <pc:chgData name="Samia Z. Mahmood" userId="S::smahmood@bellarmine.edu::ccf88776-a133-4900-b5c6-f1bf2758436b" providerId="AD" clId="Web-{C3003B36-CAB4-53DF-051C-719A99EBFD28}" dt="2026-03-31T21:32:53.063" v="586"/>
        <pc:sldMkLst>
          <pc:docMk/>
          <pc:sldMk cId="3813411589" sldId="273"/>
        </pc:sldMkLst>
      </pc:sldChg>
      <pc:sldMasterChg chg="add addSldLayout modSldLayout">
        <pc:chgData name="Samia Z. Mahmood" userId="S::smahmood@bellarmine.edu::ccf88776-a133-4900-b5c6-f1bf2758436b" providerId="AD" clId="Web-{C3003B36-CAB4-53DF-051C-719A99EBFD28}" dt="2026-03-31T18:59:18.733" v="4"/>
        <pc:sldMasterMkLst>
          <pc:docMk/>
          <pc:sldMasterMk cId="2193061259" sldId="2147483708"/>
        </pc:sldMasterMkLst>
        <pc:sldLayoutChg chg="add mod replId">
          <pc:chgData name="Samia Z. Mahmood" userId="S::smahmood@bellarmine.edu::ccf88776-a133-4900-b5c6-f1bf2758436b" providerId="AD" clId="Web-{C3003B36-CAB4-53DF-051C-719A99EBFD28}" dt="2026-03-31T18:59:18.733" v="4"/>
          <pc:sldLayoutMkLst>
            <pc:docMk/>
            <pc:sldMasterMk cId="2193061259" sldId="2147483708"/>
            <pc:sldLayoutMk cId="31593027" sldId="2147483709"/>
          </pc:sldLayoutMkLst>
        </pc:sldLayoutChg>
        <pc:sldLayoutChg chg="add mod replId">
          <pc:chgData name="Samia Z. Mahmood" userId="S::smahmood@bellarmine.edu::ccf88776-a133-4900-b5c6-f1bf2758436b" providerId="AD" clId="Web-{C3003B36-CAB4-53DF-051C-719A99EBFD28}" dt="2026-03-31T18:59:18.733" v="4"/>
          <pc:sldLayoutMkLst>
            <pc:docMk/>
            <pc:sldMasterMk cId="2193061259" sldId="2147483708"/>
            <pc:sldLayoutMk cId="3372530671" sldId="2147483710"/>
          </pc:sldLayoutMkLst>
        </pc:sldLayoutChg>
        <pc:sldLayoutChg chg="add mod replId">
          <pc:chgData name="Samia Z. Mahmood" userId="S::smahmood@bellarmine.edu::ccf88776-a133-4900-b5c6-f1bf2758436b" providerId="AD" clId="Web-{C3003B36-CAB4-53DF-051C-719A99EBFD28}" dt="2026-03-31T18:59:18.733" v="4"/>
          <pc:sldLayoutMkLst>
            <pc:docMk/>
            <pc:sldMasterMk cId="2193061259" sldId="2147483708"/>
            <pc:sldLayoutMk cId="2251589687" sldId="2147483711"/>
          </pc:sldLayoutMkLst>
        </pc:sldLayoutChg>
        <pc:sldLayoutChg chg="add mod replId">
          <pc:chgData name="Samia Z. Mahmood" userId="S::smahmood@bellarmine.edu::ccf88776-a133-4900-b5c6-f1bf2758436b" providerId="AD" clId="Web-{C3003B36-CAB4-53DF-051C-719A99EBFD28}" dt="2026-03-31T18:59:18.733" v="4"/>
          <pc:sldLayoutMkLst>
            <pc:docMk/>
            <pc:sldMasterMk cId="2193061259" sldId="2147483708"/>
            <pc:sldLayoutMk cId="968135145" sldId="2147483712"/>
          </pc:sldLayoutMkLst>
        </pc:sldLayoutChg>
        <pc:sldLayoutChg chg="add mod replId">
          <pc:chgData name="Samia Z. Mahmood" userId="S::smahmood@bellarmine.edu::ccf88776-a133-4900-b5c6-f1bf2758436b" providerId="AD" clId="Web-{C3003B36-CAB4-53DF-051C-719A99EBFD28}" dt="2026-03-31T18:59:18.733" v="4"/>
          <pc:sldLayoutMkLst>
            <pc:docMk/>
            <pc:sldMasterMk cId="2193061259" sldId="2147483708"/>
            <pc:sldLayoutMk cId="1648959931" sldId="2147483713"/>
          </pc:sldLayoutMkLst>
        </pc:sldLayoutChg>
        <pc:sldLayoutChg chg="add mod replId">
          <pc:chgData name="Samia Z. Mahmood" userId="S::smahmood@bellarmine.edu::ccf88776-a133-4900-b5c6-f1bf2758436b" providerId="AD" clId="Web-{C3003B36-CAB4-53DF-051C-719A99EBFD28}" dt="2026-03-31T18:59:18.733" v="4"/>
          <pc:sldLayoutMkLst>
            <pc:docMk/>
            <pc:sldMasterMk cId="2193061259" sldId="2147483708"/>
            <pc:sldLayoutMk cId="1462142761" sldId="2147483714"/>
          </pc:sldLayoutMkLst>
        </pc:sldLayoutChg>
        <pc:sldLayoutChg chg="add mod replId">
          <pc:chgData name="Samia Z. Mahmood" userId="S::smahmood@bellarmine.edu::ccf88776-a133-4900-b5c6-f1bf2758436b" providerId="AD" clId="Web-{C3003B36-CAB4-53DF-051C-719A99EBFD28}" dt="2026-03-31T18:59:18.733" v="4"/>
          <pc:sldLayoutMkLst>
            <pc:docMk/>
            <pc:sldMasterMk cId="2193061259" sldId="2147483708"/>
            <pc:sldLayoutMk cId="2094237019" sldId="2147483715"/>
          </pc:sldLayoutMkLst>
        </pc:sldLayoutChg>
        <pc:sldLayoutChg chg="add mod replId">
          <pc:chgData name="Samia Z. Mahmood" userId="S::smahmood@bellarmine.edu::ccf88776-a133-4900-b5c6-f1bf2758436b" providerId="AD" clId="Web-{C3003B36-CAB4-53DF-051C-719A99EBFD28}" dt="2026-03-31T18:59:18.733" v="4"/>
          <pc:sldLayoutMkLst>
            <pc:docMk/>
            <pc:sldMasterMk cId="2193061259" sldId="2147483708"/>
            <pc:sldLayoutMk cId="3356337144" sldId="2147483716"/>
          </pc:sldLayoutMkLst>
        </pc:sldLayoutChg>
        <pc:sldLayoutChg chg="add mod replId">
          <pc:chgData name="Samia Z. Mahmood" userId="S::smahmood@bellarmine.edu::ccf88776-a133-4900-b5c6-f1bf2758436b" providerId="AD" clId="Web-{C3003B36-CAB4-53DF-051C-719A99EBFD28}" dt="2026-03-31T18:59:18.733" v="4"/>
          <pc:sldLayoutMkLst>
            <pc:docMk/>
            <pc:sldMasterMk cId="2193061259" sldId="2147483708"/>
            <pc:sldLayoutMk cId="950329887" sldId="2147483717"/>
          </pc:sldLayoutMkLst>
        </pc:sldLayoutChg>
        <pc:sldLayoutChg chg="add mod replId">
          <pc:chgData name="Samia Z. Mahmood" userId="S::smahmood@bellarmine.edu::ccf88776-a133-4900-b5c6-f1bf2758436b" providerId="AD" clId="Web-{C3003B36-CAB4-53DF-051C-719A99EBFD28}" dt="2026-03-31T18:59:18.733" v="4"/>
          <pc:sldLayoutMkLst>
            <pc:docMk/>
            <pc:sldMasterMk cId="2193061259" sldId="2147483708"/>
            <pc:sldLayoutMk cId="360578187" sldId="2147483718"/>
          </pc:sldLayoutMkLst>
        </pc:sldLayoutChg>
        <pc:sldLayoutChg chg="add mod replId">
          <pc:chgData name="Samia Z. Mahmood" userId="S::smahmood@bellarmine.edu::ccf88776-a133-4900-b5c6-f1bf2758436b" providerId="AD" clId="Web-{C3003B36-CAB4-53DF-051C-719A99EBFD28}" dt="2026-03-31T18:59:18.733" v="4"/>
          <pc:sldLayoutMkLst>
            <pc:docMk/>
            <pc:sldMasterMk cId="2193061259" sldId="2147483708"/>
            <pc:sldLayoutMk cId="2914229532" sldId="2147483719"/>
          </pc:sldLayoutMkLst>
        </pc:sldLayoutChg>
      </pc:sldMasterChg>
    </pc:docChg>
  </pc:docChgLst>
  <pc:docChgLst>
    <pc:chgData name="Nikola J. Mrdak" userId="S::nmrdak@bellarmine.edu::c656906f-b3dd-441b-9c78-810d52e75940" providerId="AD" clId="Web-{81F339CE-7509-8AF7-3304-CE2C27F5E210}"/>
    <pc:docChg chg="addSld delSld modSld sldOrd">
      <pc:chgData name="Nikola J. Mrdak" userId="S::nmrdak@bellarmine.edu::c656906f-b3dd-441b-9c78-810d52e75940" providerId="AD" clId="Web-{81F339CE-7509-8AF7-3304-CE2C27F5E210}" dt="2026-04-01T23:59:24.354" v="52" actId="1076"/>
      <pc:docMkLst>
        <pc:docMk/>
      </pc:docMkLst>
      <pc:sldChg chg="addSp delSp modSp del">
        <pc:chgData name="Nikola J. Mrdak" userId="S::nmrdak@bellarmine.edu::c656906f-b3dd-441b-9c78-810d52e75940" providerId="AD" clId="Web-{81F339CE-7509-8AF7-3304-CE2C27F5E210}" dt="2026-04-01T23:32:16.629" v="19"/>
        <pc:sldMkLst>
          <pc:docMk/>
          <pc:sldMk cId="2722837811" sldId="263"/>
        </pc:sldMkLst>
        <pc:spChg chg="del">
          <ac:chgData name="Nikola J. Mrdak" userId="S::nmrdak@bellarmine.edu::c656906f-b3dd-441b-9c78-810d52e75940" providerId="AD" clId="Web-{81F339CE-7509-8AF7-3304-CE2C27F5E210}" dt="2026-04-01T23:31:55.019" v="16"/>
          <ac:spMkLst>
            <pc:docMk/>
            <pc:sldMk cId="2722837811" sldId="263"/>
            <ac:spMk id="3" creationId="{FFEF8388-F8CE-081D-F580-DDB356A2B42F}"/>
          </ac:spMkLst>
        </pc:spChg>
        <pc:spChg chg="add mod">
          <ac:chgData name="Nikola J. Mrdak" userId="S::nmrdak@bellarmine.edu::c656906f-b3dd-441b-9c78-810d52e75940" providerId="AD" clId="Web-{81F339CE-7509-8AF7-3304-CE2C27F5E210}" dt="2026-04-01T23:32:06.566" v="17"/>
          <ac:spMkLst>
            <pc:docMk/>
            <pc:sldMk cId="2722837811" sldId="263"/>
            <ac:spMk id="6" creationId="{B5B37DB4-18FF-1794-1812-8E5E88B68F54}"/>
          </ac:spMkLst>
        </pc:spChg>
        <pc:picChg chg="add del mod ord">
          <ac:chgData name="Nikola J. Mrdak" userId="S::nmrdak@bellarmine.edu::c656906f-b3dd-441b-9c78-810d52e75940" providerId="AD" clId="Web-{81F339CE-7509-8AF7-3304-CE2C27F5E210}" dt="2026-04-01T23:32:06.566" v="17"/>
          <ac:picMkLst>
            <pc:docMk/>
            <pc:sldMk cId="2722837811" sldId="263"/>
            <ac:picMk id="4" creationId="{38254A96-3E37-2507-E16F-69C095592C49}"/>
          </ac:picMkLst>
        </pc:picChg>
      </pc:sldChg>
      <pc:sldChg chg="new del">
        <pc:chgData name="Nikola J. Mrdak" userId="S::nmrdak@bellarmine.edu::c656906f-b3dd-441b-9c78-810d52e75940" providerId="AD" clId="Web-{81F339CE-7509-8AF7-3304-CE2C27F5E210}" dt="2026-04-01T23:32:19.441" v="20"/>
        <pc:sldMkLst>
          <pc:docMk/>
          <pc:sldMk cId="167826042" sldId="281"/>
        </pc:sldMkLst>
      </pc:sldChg>
      <pc:sldChg chg="new del">
        <pc:chgData name="Nikola J. Mrdak" userId="S::nmrdak@bellarmine.edu::c656906f-b3dd-441b-9c78-810d52e75940" providerId="AD" clId="Web-{81F339CE-7509-8AF7-3304-CE2C27F5E210}" dt="2026-04-01T23:32:21.051" v="21"/>
        <pc:sldMkLst>
          <pc:docMk/>
          <pc:sldMk cId="1975707935" sldId="282"/>
        </pc:sldMkLst>
      </pc:sldChg>
      <pc:sldChg chg="new del">
        <pc:chgData name="Nikola J. Mrdak" userId="S::nmrdak@bellarmine.edu::c656906f-b3dd-441b-9c78-810d52e75940" providerId="AD" clId="Web-{81F339CE-7509-8AF7-3304-CE2C27F5E210}" dt="2026-04-01T23:32:22.098" v="22"/>
        <pc:sldMkLst>
          <pc:docMk/>
          <pc:sldMk cId="2833325245" sldId="283"/>
        </pc:sldMkLst>
      </pc:sldChg>
      <pc:sldChg chg="modSp add ord replId">
        <pc:chgData name="Nikola J. Mrdak" userId="S::nmrdak@bellarmine.edu::c656906f-b3dd-441b-9c78-810d52e75940" providerId="AD" clId="Web-{81F339CE-7509-8AF7-3304-CE2C27F5E210}" dt="2026-04-01T23:30:50.392" v="15" actId="20577"/>
        <pc:sldMkLst>
          <pc:docMk/>
          <pc:sldMk cId="2322913573" sldId="284"/>
        </pc:sldMkLst>
        <pc:spChg chg="mod">
          <ac:chgData name="Nikola J. Mrdak" userId="S::nmrdak@bellarmine.edu::c656906f-b3dd-441b-9c78-810d52e75940" providerId="AD" clId="Web-{81F339CE-7509-8AF7-3304-CE2C27F5E210}" dt="2026-04-01T23:30:50.392" v="15" actId="20577"/>
          <ac:spMkLst>
            <pc:docMk/>
            <pc:sldMk cId="2322913573" sldId="284"/>
            <ac:spMk id="2" creationId="{8C45AD2E-CC70-8E0D-3ADE-9D90746541A8}"/>
          </ac:spMkLst>
        </pc:spChg>
      </pc:sldChg>
      <pc:sldChg chg="addSp modSp new">
        <pc:chgData name="Nikola J. Mrdak" userId="S::nmrdak@bellarmine.edu::c656906f-b3dd-441b-9c78-810d52e75940" providerId="AD" clId="Web-{81F339CE-7509-8AF7-3304-CE2C27F5E210}" dt="2026-04-01T23:56:58.348" v="48" actId="1076"/>
        <pc:sldMkLst>
          <pc:docMk/>
          <pc:sldMk cId="3400287792" sldId="285"/>
        </pc:sldMkLst>
        <pc:picChg chg="add mod">
          <ac:chgData name="Nikola J. Mrdak" userId="S::nmrdak@bellarmine.edu::c656906f-b3dd-441b-9c78-810d52e75940" providerId="AD" clId="Web-{81F339CE-7509-8AF7-3304-CE2C27F5E210}" dt="2026-04-01T23:56:58.348" v="48" actId="1076"/>
          <ac:picMkLst>
            <pc:docMk/>
            <pc:sldMk cId="3400287792" sldId="285"/>
            <ac:picMk id="5" creationId="{5DC29A38-3606-0918-CB76-19752F4E633D}"/>
          </ac:picMkLst>
        </pc:picChg>
      </pc:sldChg>
      <pc:sldChg chg="addSp modSp new">
        <pc:chgData name="Nikola J. Mrdak" userId="S::nmrdak@bellarmine.edu::c656906f-b3dd-441b-9c78-810d52e75940" providerId="AD" clId="Web-{81F339CE-7509-8AF7-3304-CE2C27F5E210}" dt="2026-04-01T23:56:44.847" v="46" actId="1076"/>
        <pc:sldMkLst>
          <pc:docMk/>
          <pc:sldMk cId="2334560721" sldId="286"/>
        </pc:sldMkLst>
        <pc:picChg chg="add mod">
          <ac:chgData name="Nikola J. Mrdak" userId="S::nmrdak@bellarmine.edu::c656906f-b3dd-441b-9c78-810d52e75940" providerId="AD" clId="Web-{81F339CE-7509-8AF7-3304-CE2C27F5E210}" dt="2026-04-01T23:56:44.847" v="46" actId="1076"/>
          <ac:picMkLst>
            <pc:docMk/>
            <pc:sldMk cId="2334560721" sldId="286"/>
            <ac:picMk id="5" creationId="{34D204D7-6CD1-E21C-3DB8-20B74146F6EA}"/>
          </ac:picMkLst>
        </pc:picChg>
      </pc:sldChg>
      <pc:sldChg chg="addSp modSp new">
        <pc:chgData name="Nikola J. Mrdak" userId="S::nmrdak@bellarmine.edu::c656906f-b3dd-441b-9c78-810d52e75940" providerId="AD" clId="Web-{81F339CE-7509-8AF7-3304-CE2C27F5E210}" dt="2026-04-01T23:56:18.408" v="44" actId="1076"/>
        <pc:sldMkLst>
          <pc:docMk/>
          <pc:sldMk cId="2456247442" sldId="287"/>
        </pc:sldMkLst>
        <pc:picChg chg="add mod">
          <ac:chgData name="Nikola J. Mrdak" userId="S::nmrdak@bellarmine.edu::c656906f-b3dd-441b-9c78-810d52e75940" providerId="AD" clId="Web-{81F339CE-7509-8AF7-3304-CE2C27F5E210}" dt="2026-04-01T23:56:18.408" v="44" actId="1076"/>
          <ac:picMkLst>
            <pc:docMk/>
            <pc:sldMk cId="2456247442" sldId="287"/>
            <ac:picMk id="5" creationId="{D23FDE51-3E83-D0C2-D7CD-030B8C84832F}"/>
          </ac:picMkLst>
        </pc:picChg>
      </pc:sldChg>
      <pc:sldChg chg="addSp modSp new">
        <pc:chgData name="Nikola J. Mrdak" userId="S::nmrdak@bellarmine.edu::c656906f-b3dd-441b-9c78-810d52e75940" providerId="AD" clId="Web-{81F339CE-7509-8AF7-3304-CE2C27F5E210}" dt="2026-04-01T23:56:05.939" v="42" actId="1076"/>
        <pc:sldMkLst>
          <pc:docMk/>
          <pc:sldMk cId="1072095254" sldId="288"/>
        </pc:sldMkLst>
        <pc:picChg chg="add mod">
          <ac:chgData name="Nikola J. Mrdak" userId="S::nmrdak@bellarmine.edu::c656906f-b3dd-441b-9c78-810d52e75940" providerId="AD" clId="Web-{81F339CE-7509-8AF7-3304-CE2C27F5E210}" dt="2026-04-01T23:56:05.939" v="42" actId="1076"/>
          <ac:picMkLst>
            <pc:docMk/>
            <pc:sldMk cId="1072095254" sldId="288"/>
            <ac:picMk id="5" creationId="{1A421703-7724-6A86-BD24-A3BA301476CF}"/>
          </ac:picMkLst>
        </pc:picChg>
      </pc:sldChg>
      <pc:sldChg chg="addSp modSp new">
        <pc:chgData name="Nikola J. Mrdak" userId="S::nmrdak@bellarmine.edu::c656906f-b3dd-441b-9c78-810d52e75940" providerId="AD" clId="Web-{81F339CE-7509-8AF7-3304-CE2C27F5E210}" dt="2026-04-01T23:55:38.281" v="40" actId="1076"/>
        <pc:sldMkLst>
          <pc:docMk/>
          <pc:sldMk cId="417491750" sldId="289"/>
        </pc:sldMkLst>
        <pc:picChg chg="add mod">
          <ac:chgData name="Nikola J. Mrdak" userId="S::nmrdak@bellarmine.edu::c656906f-b3dd-441b-9c78-810d52e75940" providerId="AD" clId="Web-{81F339CE-7509-8AF7-3304-CE2C27F5E210}" dt="2026-04-01T23:55:38.281" v="40" actId="1076"/>
          <ac:picMkLst>
            <pc:docMk/>
            <pc:sldMk cId="417491750" sldId="289"/>
            <ac:picMk id="5" creationId="{DBCD9653-C5AF-7A35-1B34-16F4900D45E9}"/>
          </ac:picMkLst>
        </pc:picChg>
      </pc:sldChg>
      <pc:sldChg chg="addSp delSp modSp new">
        <pc:chgData name="Nikola J. Mrdak" userId="S::nmrdak@bellarmine.edu::c656906f-b3dd-441b-9c78-810d52e75940" providerId="AD" clId="Web-{81F339CE-7509-8AF7-3304-CE2C27F5E210}" dt="2026-04-01T23:59:24.354" v="52" actId="1076"/>
        <pc:sldMkLst>
          <pc:docMk/>
          <pc:sldMk cId="994660997" sldId="290"/>
        </pc:sldMkLst>
        <pc:picChg chg="add del mod">
          <ac:chgData name="Nikola J. Mrdak" userId="S::nmrdak@bellarmine.edu::c656906f-b3dd-441b-9c78-810d52e75940" providerId="AD" clId="Web-{81F339CE-7509-8AF7-3304-CE2C27F5E210}" dt="2026-04-01T23:59:16.588" v="50"/>
          <ac:picMkLst>
            <pc:docMk/>
            <pc:sldMk cId="994660997" sldId="290"/>
            <ac:picMk id="5" creationId="{1443EC14-28C5-1CB7-2F00-EA8C22B553E6}"/>
          </ac:picMkLst>
        </pc:picChg>
        <pc:picChg chg="add mod">
          <ac:chgData name="Nikola J. Mrdak" userId="S::nmrdak@bellarmine.edu::c656906f-b3dd-441b-9c78-810d52e75940" providerId="AD" clId="Web-{81F339CE-7509-8AF7-3304-CE2C27F5E210}" dt="2026-04-01T23:59:24.354" v="52" actId="1076"/>
          <ac:picMkLst>
            <pc:docMk/>
            <pc:sldMk cId="994660997" sldId="290"/>
            <ac:picMk id="6" creationId="{CE3AFC22-9765-7113-1AE0-8AC23BBC269A}"/>
          </ac:picMkLst>
        </pc:picChg>
      </pc:sldChg>
      <pc:sldChg chg="new">
        <pc:chgData name="Nikola J. Mrdak" userId="S::nmrdak@bellarmine.edu::c656906f-b3dd-441b-9c78-810d52e75940" providerId="AD" clId="Web-{81F339CE-7509-8AF7-3304-CE2C27F5E210}" dt="2026-04-01T23:54:17.322" v="34"/>
        <pc:sldMkLst>
          <pc:docMk/>
          <pc:sldMk cId="2575935437" sldId="291"/>
        </pc:sldMkLst>
      </pc:sldChg>
    </pc:docChg>
  </pc:docChgLst>
  <pc:docChgLst>
    <pc:chgData name="Salvatore M. Pusateri" userId="S::spusateri@bellarmine.edu::f3c954c1-ddf4-45e7-890e-4e67cd4dc9b6" providerId="AD" clId="Web-{89C918AE-0F0D-176F-329B-EE9644402AA3}"/>
    <pc:docChg chg="addSld modSld sldOrd">
      <pc:chgData name="Salvatore M. Pusateri" userId="S::spusateri@bellarmine.edu::f3c954c1-ddf4-45e7-890e-4e67cd4dc9b6" providerId="AD" clId="Web-{89C918AE-0F0D-176F-329B-EE9644402AA3}" dt="2026-04-01T17:16:18.763" v="79"/>
      <pc:docMkLst>
        <pc:docMk/>
      </pc:docMkLst>
      <pc:sldChg chg="modSp">
        <pc:chgData name="Salvatore M. Pusateri" userId="S::spusateri@bellarmine.edu::f3c954c1-ddf4-45e7-890e-4e67cd4dc9b6" providerId="AD" clId="Web-{89C918AE-0F0D-176F-329B-EE9644402AA3}" dt="2026-04-01T16:14:04.077" v="9" actId="20577"/>
        <pc:sldMkLst>
          <pc:docMk/>
          <pc:sldMk cId="1243709077" sldId="259"/>
        </pc:sldMkLst>
        <pc:spChg chg="mod">
          <ac:chgData name="Salvatore M. Pusateri" userId="S::spusateri@bellarmine.edu::f3c954c1-ddf4-45e7-890e-4e67cd4dc9b6" providerId="AD" clId="Web-{89C918AE-0F0D-176F-329B-EE9644402AA3}" dt="2026-04-01T16:13:32.014" v="6" actId="20577"/>
          <ac:spMkLst>
            <pc:docMk/>
            <pc:sldMk cId="1243709077" sldId="259"/>
            <ac:spMk id="2" creationId="{8A68177D-73D8-EAE5-6ABF-788C20AA52BA}"/>
          </ac:spMkLst>
        </pc:spChg>
        <pc:spChg chg="mod">
          <ac:chgData name="Salvatore M. Pusateri" userId="S::spusateri@bellarmine.edu::f3c954c1-ddf4-45e7-890e-4e67cd4dc9b6" providerId="AD" clId="Web-{89C918AE-0F0D-176F-329B-EE9644402AA3}" dt="2026-04-01T16:14:04.077" v="9" actId="20577"/>
          <ac:spMkLst>
            <pc:docMk/>
            <pc:sldMk cId="1243709077" sldId="259"/>
            <ac:spMk id="3" creationId="{F4E515BE-3DD7-D9DD-909C-38A1548BFAF5}"/>
          </ac:spMkLst>
        </pc:spChg>
      </pc:sldChg>
      <pc:sldChg chg="addSp delSp modSp new">
        <pc:chgData name="Salvatore M. Pusateri" userId="S::spusateri@bellarmine.edu::f3c954c1-ddf4-45e7-890e-4e67cd4dc9b6" providerId="AD" clId="Web-{89C918AE-0F0D-176F-329B-EE9644402AA3}" dt="2026-04-01T17:14:21.056" v="61" actId="1076"/>
        <pc:sldMkLst>
          <pc:docMk/>
          <pc:sldMk cId="590078461" sldId="274"/>
        </pc:sldMkLst>
        <pc:spChg chg="mod">
          <ac:chgData name="Salvatore M. Pusateri" userId="S::spusateri@bellarmine.edu::f3c954c1-ddf4-45e7-890e-4e67cd4dc9b6" providerId="AD" clId="Web-{89C918AE-0F0D-176F-329B-EE9644402AA3}" dt="2026-04-01T16:17:29.936" v="53" actId="20577"/>
          <ac:spMkLst>
            <pc:docMk/>
            <pc:sldMk cId="590078461" sldId="274"/>
            <ac:spMk id="2" creationId="{7C80068B-9519-5FC6-C516-C5096F74F37A}"/>
          </ac:spMkLst>
        </pc:spChg>
        <pc:spChg chg="del">
          <ac:chgData name="Salvatore M. Pusateri" userId="S::spusateri@bellarmine.edu::f3c954c1-ddf4-45e7-890e-4e67cd4dc9b6" providerId="AD" clId="Web-{89C918AE-0F0D-176F-329B-EE9644402AA3}" dt="2026-04-01T17:13:57.399" v="54"/>
          <ac:spMkLst>
            <pc:docMk/>
            <pc:sldMk cId="590078461" sldId="274"/>
            <ac:spMk id="3" creationId="{D0E627DB-299E-B4E6-C955-4D0E1F1440B3}"/>
          </ac:spMkLst>
        </pc:spChg>
        <pc:picChg chg="add mod ord">
          <ac:chgData name="Salvatore M. Pusateri" userId="S::spusateri@bellarmine.edu::f3c954c1-ddf4-45e7-890e-4e67cd4dc9b6" providerId="AD" clId="Web-{89C918AE-0F0D-176F-329B-EE9644402AA3}" dt="2026-04-01T17:14:21.056" v="61" actId="1076"/>
          <ac:picMkLst>
            <pc:docMk/>
            <pc:sldMk cId="590078461" sldId="274"/>
            <ac:picMk id="5" creationId="{4595F3DA-83BC-2CE5-7C97-3195C4D09CCD}"/>
          </ac:picMkLst>
        </pc:picChg>
        <pc:picChg chg="add mod">
          <ac:chgData name="Salvatore M. Pusateri" userId="S::spusateri@bellarmine.edu::f3c954c1-ddf4-45e7-890e-4e67cd4dc9b6" providerId="AD" clId="Web-{89C918AE-0F0D-176F-329B-EE9644402AA3}" dt="2026-04-01T17:14:19.431" v="60" actId="1076"/>
          <ac:picMkLst>
            <pc:docMk/>
            <pc:sldMk cId="590078461" sldId="274"/>
            <ac:picMk id="7" creationId="{6F4E3E87-ABF4-3E5F-4BE8-3CFB30A97152}"/>
          </ac:picMkLst>
        </pc:picChg>
        <pc:picChg chg="add mod">
          <ac:chgData name="Salvatore M. Pusateri" userId="S::spusateri@bellarmine.edu::f3c954c1-ddf4-45e7-890e-4e67cd4dc9b6" providerId="AD" clId="Web-{89C918AE-0F0D-176F-329B-EE9644402AA3}" dt="2026-04-01T17:14:02.337" v="57" actId="1076"/>
          <ac:picMkLst>
            <pc:docMk/>
            <pc:sldMk cId="590078461" sldId="274"/>
            <ac:picMk id="8" creationId="{13B2AF22-B452-CD97-7A30-438BCF931A5C}"/>
          </ac:picMkLst>
        </pc:picChg>
      </pc:sldChg>
      <pc:sldChg chg="modSp new">
        <pc:chgData name="Salvatore M. Pusateri" userId="S::spusateri@bellarmine.edu::f3c954c1-ddf4-45e7-890e-4e67cd4dc9b6" providerId="AD" clId="Web-{89C918AE-0F0D-176F-329B-EE9644402AA3}" dt="2026-04-01T16:15:13.030" v="26" actId="20577"/>
        <pc:sldMkLst>
          <pc:docMk/>
          <pc:sldMk cId="2723356025" sldId="275"/>
        </pc:sldMkLst>
        <pc:spChg chg="mod">
          <ac:chgData name="Salvatore M. Pusateri" userId="S::spusateri@bellarmine.edu::f3c954c1-ddf4-45e7-890e-4e67cd4dc9b6" providerId="AD" clId="Web-{89C918AE-0F0D-176F-329B-EE9644402AA3}" dt="2026-04-01T16:14:49.733" v="23" actId="20577"/>
          <ac:spMkLst>
            <pc:docMk/>
            <pc:sldMk cId="2723356025" sldId="275"/>
            <ac:spMk id="2" creationId="{2521671C-A811-B910-5E36-4CE4164C1620}"/>
          </ac:spMkLst>
        </pc:spChg>
        <pc:spChg chg="mod">
          <ac:chgData name="Salvatore M. Pusateri" userId="S::spusateri@bellarmine.edu::f3c954c1-ddf4-45e7-890e-4e67cd4dc9b6" providerId="AD" clId="Web-{89C918AE-0F0D-176F-329B-EE9644402AA3}" dt="2026-04-01T16:15:13.030" v="26" actId="20577"/>
          <ac:spMkLst>
            <pc:docMk/>
            <pc:sldMk cId="2723356025" sldId="275"/>
            <ac:spMk id="3" creationId="{C111E0FE-4433-733C-0E3B-AD469CFD73FC}"/>
          </ac:spMkLst>
        </pc:spChg>
      </pc:sldChg>
      <pc:sldChg chg="addSp delSp modSp new">
        <pc:chgData name="Salvatore M. Pusateri" userId="S::spusateri@bellarmine.edu::f3c954c1-ddf4-45e7-890e-4e67cd4dc9b6" providerId="AD" clId="Web-{89C918AE-0F0D-176F-329B-EE9644402AA3}" dt="2026-04-01T17:14:56.854" v="68" actId="1076"/>
        <pc:sldMkLst>
          <pc:docMk/>
          <pc:sldMk cId="2967670225" sldId="276"/>
        </pc:sldMkLst>
        <pc:spChg chg="del">
          <ac:chgData name="Salvatore M. Pusateri" userId="S::spusateri@bellarmine.edu::f3c954c1-ddf4-45e7-890e-4e67cd4dc9b6" providerId="AD" clId="Web-{89C918AE-0F0D-176F-329B-EE9644402AA3}" dt="2026-04-01T17:14:36.291" v="62"/>
          <ac:spMkLst>
            <pc:docMk/>
            <pc:sldMk cId="2967670225" sldId="276"/>
            <ac:spMk id="3" creationId="{DB4B93EE-D64E-179C-2EEC-4A37AA645B5D}"/>
          </ac:spMkLst>
        </pc:spChg>
        <pc:picChg chg="add mod ord">
          <ac:chgData name="Salvatore M. Pusateri" userId="S::spusateri@bellarmine.edu::f3c954c1-ddf4-45e7-890e-4e67cd4dc9b6" providerId="AD" clId="Web-{89C918AE-0F0D-176F-329B-EE9644402AA3}" dt="2026-04-01T17:14:56.854" v="68" actId="1076"/>
          <ac:picMkLst>
            <pc:docMk/>
            <pc:sldMk cId="2967670225" sldId="276"/>
            <ac:picMk id="5" creationId="{8D0E6C37-2BEC-53BD-D11B-6C63F514BD78}"/>
          </ac:picMkLst>
        </pc:picChg>
        <pc:picChg chg="add mod">
          <ac:chgData name="Salvatore M. Pusateri" userId="S::spusateri@bellarmine.edu::f3c954c1-ddf4-45e7-890e-4e67cd4dc9b6" providerId="AD" clId="Web-{89C918AE-0F0D-176F-329B-EE9644402AA3}" dt="2026-04-01T17:14:55.417" v="67" actId="1076"/>
          <ac:picMkLst>
            <pc:docMk/>
            <pc:sldMk cId="2967670225" sldId="276"/>
            <ac:picMk id="7" creationId="{E1AAB60F-CDFC-E541-8C1A-1262CC0924A1}"/>
          </ac:picMkLst>
        </pc:picChg>
        <pc:picChg chg="add mod">
          <ac:chgData name="Salvatore M. Pusateri" userId="S::spusateri@bellarmine.edu::f3c954c1-ddf4-45e7-890e-4e67cd4dc9b6" providerId="AD" clId="Web-{89C918AE-0F0D-176F-329B-EE9644402AA3}" dt="2026-04-01T17:14:51.573" v="65" actId="1076"/>
          <ac:picMkLst>
            <pc:docMk/>
            <pc:sldMk cId="2967670225" sldId="276"/>
            <ac:picMk id="8" creationId="{314DFA3E-815C-EBF0-844D-09F85571A849}"/>
          </ac:picMkLst>
        </pc:picChg>
      </pc:sldChg>
      <pc:sldChg chg="modSp new">
        <pc:chgData name="Salvatore M. Pusateri" userId="S::spusateri@bellarmine.edu::f3c954c1-ddf4-45e7-890e-4e67cd4dc9b6" providerId="AD" clId="Web-{89C918AE-0F0D-176F-329B-EE9644402AA3}" dt="2026-04-01T16:15:56.451" v="33" actId="20577"/>
        <pc:sldMkLst>
          <pc:docMk/>
          <pc:sldMk cId="819540701" sldId="277"/>
        </pc:sldMkLst>
        <pc:spChg chg="mod">
          <ac:chgData name="Salvatore M. Pusateri" userId="S::spusateri@bellarmine.edu::f3c954c1-ddf4-45e7-890e-4e67cd4dc9b6" providerId="AD" clId="Web-{89C918AE-0F0D-176F-329B-EE9644402AA3}" dt="2026-04-01T16:15:56.451" v="33" actId="20577"/>
          <ac:spMkLst>
            <pc:docMk/>
            <pc:sldMk cId="819540701" sldId="277"/>
            <ac:spMk id="2" creationId="{AF6B665E-2C5D-191C-177F-2E9451A9696F}"/>
          </ac:spMkLst>
        </pc:spChg>
        <pc:spChg chg="mod">
          <ac:chgData name="Salvatore M. Pusateri" userId="S::spusateri@bellarmine.edu::f3c954c1-ddf4-45e7-890e-4e67cd4dc9b6" providerId="AD" clId="Web-{89C918AE-0F0D-176F-329B-EE9644402AA3}" dt="2026-04-01T16:15:47.530" v="29" actId="20577"/>
          <ac:spMkLst>
            <pc:docMk/>
            <pc:sldMk cId="819540701" sldId="277"/>
            <ac:spMk id="3" creationId="{8808673E-25F0-431E-ECF0-6A882D23B5F5}"/>
          </ac:spMkLst>
        </pc:spChg>
      </pc:sldChg>
      <pc:sldChg chg="addSp delSp modSp new">
        <pc:chgData name="Salvatore M. Pusateri" userId="S::spusateri@bellarmine.edu::f3c954c1-ddf4-45e7-890e-4e67cd4dc9b6" providerId="AD" clId="Web-{89C918AE-0F0D-176F-329B-EE9644402AA3}" dt="2026-04-01T17:15:21.042" v="72" actId="1076"/>
        <pc:sldMkLst>
          <pc:docMk/>
          <pc:sldMk cId="243684234" sldId="278"/>
        </pc:sldMkLst>
        <pc:spChg chg="del">
          <ac:chgData name="Salvatore M. Pusateri" userId="S::spusateri@bellarmine.edu::f3c954c1-ddf4-45e7-890e-4e67cd4dc9b6" providerId="AD" clId="Web-{89C918AE-0F0D-176F-329B-EE9644402AA3}" dt="2026-04-01T17:15:13.745" v="69"/>
          <ac:spMkLst>
            <pc:docMk/>
            <pc:sldMk cId="243684234" sldId="278"/>
            <ac:spMk id="3" creationId="{82DDD9D3-93AF-35E5-15EE-8FE1A6666E7F}"/>
          </ac:spMkLst>
        </pc:spChg>
        <pc:picChg chg="add mod ord">
          <ac:chgData name="Salvatore M. Pusateri" userId="S::spusateri@bellarmine.edu::f3c954c1-ddf4-45e7-890e-4e67cd4dc9b6" providerId="AD" clId="Web-{89C918AE-0F0D-176F-329B-EE9644402AA3}" dt="2026-04-01T17:15:17.558" v="71" actId="1076"/>
          <ac:picMkLst>
            <pc:docMk/>
            <pc:sldMk cId="243684234" sldId="278"/>
            <ac:picMk id="5" creationId="{79C407B8-7838-5250-F9E2-348AFEABC8FC}"/>
          </ac:picMkLst>
        </pc:picChg>
        <pc:picChg chg="add mod">
          <ac:chgData name="Salvatore M. Pusateri" userId="S::spusateri@bellarmine.edu::f3c954c1-ddf4-45e7-890e-4e67cd4dc9b6" providerId="AD" clId="Web-{89C918AE-0F0D-176F-329B-EE9644402AA3}" dt="2026-04-01T17:15:21.042" v="72" actId="1076"/>
          <ac:picMkLst>
            <pc:docMk/>
            <pc:sldMk cId="243684234" sldId="278"/>
            <ac:picMk id="7" creationId="{C0BA1F8A-8B8E-DD8E-59CF-3501E62E1170}"/>
          </ac:picMkLst>
        </pc:picChg>
      </pc:sldChg>
      <pc:sldChg chg="modSp new">
        <pc:chgData name="Salvatore M. Pusateri" userId="S::spusateri@bellarmine.edu::f3c954c1-ddf4-45e7-890e-4e67cd4dc9b6" providerId="AD" clId="Web-{89C918AE-0F0D-176F-329B-EE9644402AA3}" dt="2026-04-01T16:16:39.467" v="44" actId="20577"/>
        <pc:sldMkLst>
          <pc:docMk/>
          <pc:sldMk cId="2493359520" sldId="279"/>
        </pc:sldMkLst>
        <pc:spChg chg="mod">
          <ac:chgData name="Salvatore M. Pusateri" userId="S::spusateri@bellarmine.edu::f3c954c1-ddf4-45e7-890e-4e67cd4dc9b6" providerId="AD" clId="Web-{89C918AE-0F0D-176F-329B-EE9644402AA3}" dt="2026-04-01T16:16:18.170" v="41" actId="20577"/>
          <ac:spMkLst>
            <pc:docMk/>
            <pc:sldMk cId="2493359520" sldId="279"/>
            <ac:spMk id="2" creationId="{9F95779D-EDDE-FBB2-01FA-AE4AD5EA3904}"/>
          </ac:spMkLst>
        </pc:spChg>
        <pc:spChg chg="mod">
          <ac:chgData name="Salvatore M. Pusateri" userId="S::spusateri@bellarmine.edu::f3c954c1-ddf4-45e7-890e-4e67cd4dc9b6" providerId="AD" clId="Web-{89C918AE-0F0D-176F-329B-EE9644402AA3}" dt="2026-04-01T16:16:39.467" v="44" actId="20577"/>
          <ac:spMkLst>
            <pc:docMk/>
            <pc:sldMk cId="2493359520" sldId="279"/>
            <ac:spMk id="3" creationId="{734D3C20-4F0D-BC90-766C-5C844E26F0ED}"/>
          </ac:spMkLst>
        </pc:spChg>
      </pc:sldChg>
      <pc:sldChg chg="addSp delSp modSp new ord">
        <pc:chgData name="Salvatore M. Pusateri" userId="S::spusateri@bellarmine.edu::f3c954c1-ddf4-45e7-890e-4e67cd4dc9b6" providerId="AD" clId="Web-{89C918AE-0F0D-176F-329B-EE9644402AA3}" dt="2026-04-01T17:16:18.763" v="79"/>
        <pc:sldMkLst>
          <pc:docMk/>
          <pc:sldMk cId="715076746" sldId="280"/>
        </pc:sldMkLst>
        <pc:spChg chg="del">
          <ac:chgData name="Salvatore M. Pusateri" userId="S::spusateri@bellarmine.edu::f3c954c1-ddf4-45e7-890e-4e67cd4dc9b6" providerId="AD" clId="Web-{89C918AE-0F0D-176F-329B-EE9644402AA3}" dt="2026-04-01T17:15:32.511" v="73"/>
          <ac:spMkLst>
            <pc:docMk/>
            <pc:sldMk cId="715076746" sldId="280"/>
            <ac:spMk id="3" creationId="{F14DCF21-B0C0-37E2-55B8-39177E020178}"/>
          </ac:spMkLst>
        </pc:spChg>
        <pc:picChg chg="add mod ord">
          <ac:chgData name="Salvatore M. Pusateri" userId="S::spusateri@bellarmine.edu::f3c954c1-ddf4-45e7-890e-4e67cd4dc9b6" providerId="AD" clId="Web-{89C918AE-0F0D-176F-329B-EE9644402AA3}" dt="2026-04-01T17:15:38.887" v="76" actId="1076"/>
          <ac:picMkLst>
            <pc:docMk/>
            <pc:sldMk cId="715076746" sldId="280"/>
            <ac:picMk id="5" creationId="{E9D678EE-6B74-95CC-0ED0-56ABC6491310}"/>
          </ac:picMkLst>
        </pc:picChg>
        <pc:picChg chg="add mod">
          <ac:chgData name="Salvatore M. Pusateri" userId="S::spusateri@bellarmine.edu::f3c954c1-ddf4-45e7-890e-4e67cd4dc9b6" providerId="AD" clId="Web-{89C918AE-0F0D-176F-329B-EE9644402AA3}" dt="2026-04-01T17:15:40.637" v="77" actId="1076"/>
          <ac:picMkLst>
            <pc:docMk/>
            <pc:sldMk cId="715076746" sldId="280"/>
            <ac:picMk id="7" creationId="{DCF3E310-BB85-B56B-EAAD-1C2229155D66}"/>
          </ac:picMkLst>
        </pc:picChg>
      </pc:sldChg>
    </pc:docChg>
  </pc:docChgLst>
  <pc:docChgLst>
    <pc:chgData name="Samia Z. Mahmood" userId="ccf88776-a133-4900-b5c6-f1bf2758436b" providerId="ADAL" clId="{12A3D739-C7AA-4080-BB8B-7E4B7A007BDB}"/>
    <pc:docChg chg="custSel modSld">
      <pc:chgData name="Samia Z. Mahmood" userId="ccf88776-a133-4900-b5c6-f1bf2758436b" providerId="ADAL" clId="{12A3D739-C7AA-4080-BB8B-7E4B7A007BDB}" dt="2026-04-01T16:35:23.022" v="78" actId="27636"/>
      <pc:docMkLst>
        <pc:docMk/>
      </pc:docMkLst>
      <pc:sldChg chg="modSp mod">
        <pc:chgData name="Samia Z. Mahmood" userId="ccf88776-a133-4900-b5c6-f1bf2758436b" providerId="ADAL" clId="{12A3D739-C7AA-4080-BB8B-7E4B7A007BDB}" dt="2026-04-01T16:34:50.722" v="70" actId="5793"/>
        <pc:sldMkLst>
          <pc:docMk/>
          <pc:sldMk cId="1243709077" sldId="259"/>
        </pc:sldMkLst>
        <pc:spChg chg="mod">
          <ac:chgData name="Samia Z. Mahmood" userId="ccf88776-a133-4900-b5c6-f1bf2758436b" providerId="ADAL" clId="{12A3D739-C7AA-4080-BB8B-7E4B7A007BDB}" dt="2026-04-01T16:32:22.861" v="21" actId="20577"/>
          <ac:spMkLst>
            <pc:docMk/>
            <pc:sldMk cId="1243709077" sldId="259"/>
            <ac:spMk id="2" creationId="{8A68177D-73D8-EAE5-6ABF-788C20AA52BA}"/>
          </ac:spMkLst>
        </pc:spChg>
        <pc:spChg chg="mod">
          <ac:chgData name="Samia Z. Mahmood" userId="ccf88776-a133-4900-b5c6-f1bf2758436b" providerId="ADAL" clId="{12A3D739-C7AA-4080-BB8B-7E4B7A007BDB}" dt="2026-04-01T16:34:50.722" v="70" actId="5793"/>
          <ac:spMkLst>
            <pc:docMk/>
            <pc:sldMk cId="1243709077" sldId="259"/>
            <ac:spMk id="3" creationId="{F4E515BE-3DD7-D9DD-909C-38A1548BFAF5}"/>
          </ac:spMkLst>
        </pc:spChg>
      </pc:sldChg>
      <pc:sldChg chg="delSp modSp mod">
        <pc:chgData name="Samia Z. Mahmood" userId="ccf88776-a133-4900-b5c6-f1bf2758436b" providerId="ADAL" clId="{12A3D739-C7AA-4080-BB8B-7E4B7A007BDB}" dt="2026-04-01T16:33:55.581" v="67" actId="478"/>
        <pc:sldMkLst>
          <pc:docMk/>
          <pc:sldMk cId="590078461" sldId="274"/>
        </pc:sldMkLst>
        <pc:spChg chg="mod">
          <ac:chgData name="Samia Z. Mahmood" userId="ccf88776-a133-4900-b5c6-f1bf2758436b" providerId="ADAL" clId="{12A3D739-C7AA-4080-BB8B-7E4B7A007BDB}" dt="2026-04-01T16:32:26.348" v="22" actId="20577"/>
          <ac:spMkLst>
            <pc:docMk/>
            <pc:sldMk cId="590078461" sldId="274"/>
            <ac:spMk id="2" creationId="{7C80068B-9519-5FC6-C516-C5096F74F37A}"/>
          </ac:spMkLst>
        </pc:spChg>
        <pc:spChg chg="del">
          <ac:chgData name="Samia Z. Mahmood" userId="ccf88776-a133-4900-b5c6-f1bf2758436b" providerId="ADAL" clId="{12A3D739-C7AA-4080-BB8B-7E4B7A007BDB}" dt="2026-04-01T16:33:55.581" v="67" actId="478"/>
          <ac:spMkLst>
            <pc:docMk/>
            <pc:sldMk cId="590078461" sldId="274"/>
            <ac:spMk id="5" creationId="{5B1B575F-FCBC-6115-A1D8-2BD4C4074787}"/>
          </ac:spMkLst>
        </pc:spChg>
      </pc:sldChg>
      <pc:sldChg chg="delSp modSp mod">
        <pc:chgData name="Samia Z. Mahmood" userId="ccf88776-a133-4900-b5c6-f1bf2758436b" providerId="ADAL" clId="{12A3D739-C7AA-4080-BB8B-7E4B7A007BDB}" dt="2026-04-01T16:35:11.208" v="73" actId="5793"/>
        <pc:sldMkLst>
          <pc:docMk/>
          <pc:sldMk cId="2723356025" sldId="275"/>
        </pc:sldMkLst>
        <pc:spChg chg="mod">
          <ac:chgData name="Samia Z. Mahmood" userId="ccf88776-a133-4900-b5c6-f1bf2758436b" providerId="ADAL" clId="{12A3D739-C7AA-4080-BB8B-7E4B7A007BDB}" dt="2026-04-01T16:32:30.536" v="23" actId="20577"/>
          <ac:spMkLst>
            <pc:docMk/>
            <pc:sldMk cId="2723356025" sldId="275"/>
            <ac:spMk id="2" creationId="{2521671C-A811-B910-5E36-4CE4164C1620}"/>
          </ac:spMkLst>
        </pc:spChg>
        <pc:spChg chg="mod">
          <ac:chgData name="Samia Z. Mahmood" userId="ccf88776-a133-4900-b5c6-f1bf2758436b" providerId="ADAL" clId="{12A3D739-C7AA-4080-BB8B-7E4B7A007BDB}" dt="2026-04-01T16:35:11.208" v="73" actId="5793"/>
          <ac:spMkLst>
            <pc:docMk/>
            <pc:sldMk cId="2723356025" sldId="275"/>
            <ac:spMk id="3" creationId="{C111E0FE-4433-733C-0E3B-AD469CFD73FC}"/>
          </ac:spMkLst>
        </pc:spChg>
        <pc:spChg chg="del">
          <ac:chgData name="Samia Z. Mahmood" userId="ccf88776-a133-4900-b5c6-f1bf2758436b" providerId="ADAL" clId="{12A3D739-C7AA-4080-BB8B-7E4B7A007BDB}" dt="2026-04-01T16:33:50.263" v="66" actId="478"/>
          <ac:spMkLst>
            <pc:docMk/>
            <pc:sldMk cId="2723356025" sldId="275"/>
            <ac:spMk id="5" creationId="{7FA04FDF-E107-DB78-1958-242E37D46C88}"/>
          </ac:spMkLst>
        </pc:spChg>
      </pc:sldChg>
      <pc:sldChg chg="delSp modSp mod">
        <pc:chgData name="Samia Z. Mahmood" userId="ccf88776-a133-4900-b5c6-f1bf2758436b" providerId="ADAL" clId="{12A3D739-C7AA-4080-BB8B-7E4B7A007BDB}" dt="2026-04-01T16:33:39.465" v="65" actId="478"/>
        <pc:sldMkLst>
          <pc:docMk/>
          <pc:sldMk cId="2967670225" sldId="276"/>
        </pc:sldMkLst>
        <pc:spChg chg="mod">
          <ac:chgData name="Samia Z. Mahmood" userId="ccf88776-a133-4900-b5c6-f1bf2758436b" providerId="ADAL" clId="{12A3D739-C7AA-4080-BB8B-7E4B7A007BDB}" dt="2026-04-01T16:32:16.791" v="20" actId="122"/>
          <ac:spMkLst>
            <pc:docMk/>
            <pc:sldMk cId="2967670225" sldId="276"/>
            <ac:spMk id="2" creationId="{F2D433B9-CF3F-A1C0-AB9F-0DEFE06F8D4E}"/>
          </ac:spMkLst>
        </pc:spChg>
        <pc:spChg chg="del">
          <ac:chgData name="Samia Z. Mahmood" userId="ccf88776-a133-4900-b5c6-f1bf2758436b" providerId="ADAL" clId="{12A3D739-C7AA-4080-BB8B-7E4B7A007BDB}" dt="2026-04-01T16:33:39.465" v="65" actId="478"/>
          <ac:spMkLst>
            <pc:docMk/>
            <pc:sldMk cId="2967670225" sldId="276"/>
            <ac:spMk id="5" creationId="{6683D1CD-95BE-C053-AC82-F57D209F1569}"/>
          </ac:spMkLst>
        </pc:spChg>
      </pc:sldChg>
      <pc:sldChg chg="delSp modSp mod">
        <pc:chgData name="Samia Z. Mahmood" userId="ccf88776-a133-4900-b5c6-f1bf2758436b" providerId="ADAL" clId="{12A3D739-C7AA-4080-BB8B-7E4B7A007BDB}" dt="2026-04-01T16:35:16.105" v="75" actId="5793"/>
        <pc:sldMkLst>
          <pc:docMk/>
          <pc:sldMk cId="819540701" sldId="277"/>
        </pc:sldMkLst>
        <pc:spChg chg="mod">
          <ac:chgData name="Samia Z. Mahmood" userId="ccf88776-a133-4900-b5c6-f1bf2758436b" providerId="ADAL" clId="{12A3D739-C7AA-4080-BB8B-7E4B7A007BDB}" dt="2026-04-01T16:31:30.077" v="7" actId="113"/>
          <ac:spMkLst>
            <pc:docMk/>
            <pc:sldMk cId="819540701" sldId="277"/>
            <ac:spMk id="2" creationId="{AF6B665E-2C5D-191C-177F-2E9451A9696F}"/>
          </ac:spMkLst>
        </pc:spChg>
        <pc:spChg chg="mod">
          <ac:chgData name="Samia Z. Mahmood" userId="ccf88776-a133-4900-b5c6-f1bf2758436b" providerId="ADAL" clId="{12A3D739-C7AA-4080-BB8B-7E4B7A007BDB}" dt="2026-04-01T16:35:16.105" v="75" actId="5793"/>
          <ac:spMkLst>
            <pc:docMk/>
            <pc:sldMk cId="819540701" sldId="277"/>
            <ac:spMk id="3" creationId="{8808673E-25F0-431E-ECF0-6A882D23B5F5}"/>
          </ac:spMkLst>
        </pc:spChg>
        <pc:spChg chg="del">
          <ac:chgData name="Samia Z. Mahmood" userId="ccf88776-a133-4900-b5c6-f1bf2758436b" providerId="ADAL" clId="{12A3D739-C7AA-4080-BB8B-7E4B7A007BDB}" dt="2026-04-01T16:33:35.250" v="64" actId="478"/>
          <ac:spMkLst>
            <pc:docMk/>
            <pc:sldMk cId="819540701" sldId="277"/>
            <ac:spMk id="5" creationId="{21DA667C-AF19-5D8D-D9C5-01742EF01026}"/>
          </ac:spMkLst>
        </pc:spChg>
      </pc:sldChg>
      <pc:sldChg chg="delSp modSp mod">
        <pc:chgData name="Samia Z. Mahmood" userId="ccf88776-a133-4900-b5c6-f1bf2758436b" providerId="ADAL" clId="{12A3D739-C7AA-4080-BB8B-7E4B7A007BDB}" dt="2026-04-01T16:33:17.325" v="63" actId="478"/>
        <pc:sldMkLst>
          <pc:docMk/>
          <pc:sldMk cId="243684234" sldId="278"/>
        </pc:sldMkLst>
        <pc:spChg chg="mod">
          <ac:chgData name="Samia Z. Mahmood" userId="ccf88776-a133-4900-b5c6-f1bf2758436b" providerId="ADAL" clId="{12A3D739-C7AA-4080-BB8B-7E4B7A007BDB}" dt="2026-04-01T16:32:48.486" v="41" actId="122"/>
          <ac:spMkLst>
            <pc:docMk/>
            <pc:sldMk cId="243684234" sldId="278"/>
            <ac:spMk id="2" creationId="{0F55549D-94C4-B963-2DE3-0973C2C69100}"/>
          </ac:spMkLst>
        </pc:spChg>
        <pc:spChg chg="del">
          <ac:chgData name="Samia Z. Mahmood" userId="ccf88776-a133-4900-b5c6-f1bf2758436b" providerId="ADAL" clId="{12A3D739-C7AA-4080-BB8B-7E4B7A007BDB}" dt="2026-04-01T16:33:17.325" v="63" actId="478"/>
          <ac:spMkLst>
            <pc:docMk/>
            <pc:sldMk cId="243684234" sldId="278"/>
            <ac:spMk id="5" creationId="{42934AB2-458E-0750-B39B-C2C4B9868432}"/>
          </ac:spMkLst>
        </pc:spChg>
      </pc:sldChg>
      <pc:sldChg chg="delSp modSp mod">
        <pc:chgData name="Samia Z. Mahmood" userId="ccf88776-a133-4900-b5c6-f1bf2758436b" providerId="ADAL" clId="{12A3D739-C7AA-4080-BB8B-7E4B7A007BDB}" dt="2026-04-01T16:35:23.022" v="78" actId="27636"/>
        <pc:sldMkLst>
          <pc:docMk/>
          <pc:sldMk cId="2493359520" sldId="279"/>
        </pc:sldMkLst>
        <pc:spChg chg="mod">
          <ac:chgData name="Samia Z. Mahmood" userId="ccf88776-a133-4900-b5c6-f1bf2758436b" providerId="ADAL" clId="{12A3D739-C7AA-4080-BB8B-7E4B7A007BDB}" dt="2026-04-01T16:31:40.446" v="9" actId="113"/>
          <ac:spMkLst>
            <pc:docMk/>
            <pc:sldMk cId="2493359520" sldId="279"/>
            <ac:spMk id="2" creationId="{9F95779D-EDDE-FBB2-01FA-AE4AD5EA3904}"/>
          </ac:spMkLst>
        </pc:spChg>
        <pc:spChg chg="mod">
          <ac:chgData name="Samia Z. Mahmood" userId="ccf88776-a133-4900-b5c6-f1bf2758436b" providerId="ADAL" clId="{12A3D739-C7AA-4080-BB8B-7E4B7A007BDB}" dt="2026-04-01T16:35:23.022" v="78" actId="27636"/>
          <ac:spMkLst>
            <pc:docMk/>
            <pc:sldMk cId="2493359520" sldId="279"/>
            <ac:spMk id="3" creationId="{734D3C20-4F0D-BC90-766C-5C844E26F0ED}"/>
          </ac:spMkLst>
        </pc:spChg>
        <pc:spChg chg="del">
          <ac:chgData name="Samia Z. Mahmood" userId="ccf88776-a133-4900-b5c6-f1bf2758436b" providerId="ADAL" clId="{12A3D739-C7AA-4080-BB8B-7E4B7A007BDB}" dt="2026-04-01T16:33:12.723" v="62" actId="478"/>
          <ac:spMkLst>
            <pc:docMk/>
            <pc:sldMk cId="2493359520" sldId="279"/>
            <ac:spMk id="5" creationId="{DF440FBC-8D31-19AE-66DF-5F9DED57865B}"/>
          </ac:spMkLst>
        </pc:spChg>
      </pc:sldChg>
      <pc:sldChg chg="delSp modSp mod">
        <pc:chgData name="Samia Z. Mahmood" userId="ccf88776-a133-4900-b5c6-f1bf2758436b" providerId="ADAL" clId="{12A3D739-C7AA-4080-BB8B-7E4B7A007BDB}" dt="2026-04-01T16:33:07.141" v="61" actId="478"/>
        <pc:sldMkLst>
          <pc:docMk/>
          <pc:sldMk cId="715076746" sldId="280"/>
        </pc:sldMkLst>
        <pc:spChg chg="mod">
          <ac:chgData name="Samia Z. Mahmood" userId="ccf88776-a133-4900-b5c6-f1bf2758436b" providerId="ADAL" clId="{12A3D739-C7AA-4080-BB8B-7E4B7A007BDB}" dt="2026-04-01T16:33:01.109" v="60" actId="122"/>
          <ac:spMkLst>
            <pc:docMk/>
            <pc:sldMk cId="715076746" sldId="280"/>
            <ac:spMk id="2" creationId="{EE5A7BBE-A544-3652-EA85-D37764E7688F}"/>
          </ac:spMkLst>
        </pc:spChg>
        <pc:spChg chg="del">
          <ac:chgData name="Samia Z. Mahmood" userId="ccf88776-a133-4900-b5c6-f1bf2758436b" providerId="ADAL" clId="{12A3D739-C7AA-4080-BB8B-7E4B7A007BDB}" dt="2026-04-01T16:33:07.141" v="61" actId="478"/>
          <ac:spMkLst>
            <pc:docMk/>
            <pc:sldMk cId="715076746" sldId="280"/>
            <ac:spMk id="5" creationId="{871773CD-F84B-F89D-3DE7-5015BCBA023E}"/>
          </ac:spMkLst>
        </pc:spChg>
      </pc:sldChg>
    </pc:docChg>
  </pc:docChgLst>
  <pc:docChgLst>
    <pc:chgData name="Nikola J. Mrdak" userId="S::nmrdak@bellarmine.edu::c656906f-b3dd-441b-9c78-810d52e75940" providerId="AD" clId="Web-{375AAFFB-934F-E366-5BF5-E8B7A49847BC}"/>
    <pc:docChg chg="addSld modSld">
      <pc:chgData name="Nikola J. Mrdak" userId="S::nmrdak@bellarmine.edu::c656906f-b3dd-441b-9c78-810d52e75940" providerId="AD" clId="Web-{375AAFFB-934F-E366-5BF5-E8B7A49847BC}" dt="2026-03-31T17:21:17.743" v="11" actId="20577"/>
      <pc:docMkLst>
        <pc:docMk/>
      </pc:docMkLst>
      <pc:sldChg chg="modSp">
        <pc:chgData name="Nikola J. Mrdak" userId="S::nmrdak@bellarmine.edu::c656906f-b3dd-441b-9c78-810d52e75940" providerId="AD" clId="Web-{375AAFFB-934F-E366-5BF5-E8B7A49847BC}" dt="2026-03-31T17:21:17.743" v="11" actId="20577"/>
        <pc:sldMkLst>
          <pc:docMk/>
          <pc:sldMk cId="109857222" sldId="256"/>
        </pc:sldMkLst>
        <pc:spChg chg="mod">
          <ac:chgData name="Nikola J. Mrdak" userId="S::nmrdak@bellarmine.edu::c656906f-b3dd-441b-9c78-810d52e75940" providerId="AD" clId="Web-{375AAFFB-934F-E366-5BF5-E8B7A49847BC}" dt="2026-03-31T17:21:11.133" v="6" actId="20577"/>
          <ac:spMkLst>
            <pc:docMk/>
            <pc:sldMk cId="109857222" sldId="256"/>
            <ac:spMk id="2" creationId="{00000000-0000-0000-0000-000000000000}"/>
          </ac:spMkLst>
        </pc:spChg>
        <pc:spChg chg="mod">
          <ac:chgData name="Nikola J. Mrdak" userId="S::nmrdak@bellarmine.edu::c656906f-b3dd-441b-9c78-810d52e75940" providerId="AD" clId="Web-{375AAFFB-934F-E366-5BF5-E8B7A49847BC}" dt="2026-03-31T17:21:17.743" v="11" actId="20577"/>
          <ac:spMkLst>
            <pc:docMk/>
            <pc:sldMk cId="109857222" sldId="256"/>
            <ac:spMk id="3" creationId="{00000000-0000-0000-0000-000000000000}"/>
          </ac:spMkLst>
        </pc:spChg>
      </pc:sldChg>
      <pc:sldChg chg="new">
        <pc:chgData name="Nikola J. Mrdak" userId="S::nmrdak@bellarmine.edu::c656906f-b3dd-441b-9c78-810d52e75940" providerId="AD" clId="Web-{375AAFFB-934F-E366-5BF5-E8B7A49847BC}" dt="2026-03-31T17:18:47.127" v="0"/>
        <pc:sldMkLst>
          <pc:docMk/>
          <pc:sldMk cId="4111454649" sldId="257"/>
        </pc:sldMkLst>
      </pc:sldChg>
    </pc:docChg>
  </pc:docChgLst>
  <pc:docChgLst>
    <pc:chgData name="Nikola J. Mrdak" userId="S::nmrdak@bellarmine.edu::c656906f-b3dd-441b-9c78-810d52e75940" providerId="AD" clId="Web-{B83A7D04-F141-A853-332D-A690826FE96B}"/>
    <pc:docChg chg="addSld delSld modSld">
      <pc:chgData name="Nikola J. Mrdak" userId="S::nmrdak@bellarmine.edu::c656906f-b3dd-441b-9c78-810d52e75940" providerId="AD" clId="Web-{B83A7D04-F141-A853-332D-A690826FE96B}" dt="2026-04-02T12:01:04.398" v="90" actId="1076"/>
      <pc:docMkLst>
        <pc:docMk/>
      </pc:docMkLst>
      <pc:sldChg chg="addSp modSp">
        <pc:chgData name="Nikola J. Mrdak" userId="S::nmrdak@bellarmine.edu::c656906f-b3dd-441b-9c78-810d52e75940" providerId="AD" clId="Web-{B83A7D04-F141-A853-332D-A690826FE96B}" dt="2026-04-02T12:01:04.398" v="90" actId="1076"/>
        <pc:sldMkLst>
          <pc:docMk/>
          <pc:sldMk cId="3813411589" sldId="273"/>
        </pc:sldMkLst>
        <pc:spChg chg="mod">
          <ac:chgData name="Nikola J. Mrdak" userId="S::nmrdak@bellarmine.edu::c656906f-b3dd-441b-9c78-810d52e75940" providerId="AD" clId="Web-{B83A7D04-F141-A853-332D-A690826FE96B}" dt="2026-04-02T11:56:48.404" v="19" actId="20577"/>
          <ac:spMkLst>
            <pc:docMk/>
            <pc:sldMk cId="3813411589" sldId="273"/>
            <ac:spMk id="2" creationId="{64CCE09B-0575-48C6-B2DC-C83ED61BCB64}"/>
          </ac:spMkLst>
        </pc:spChg>
        <pc:spChg chg="mod">
          <ac:chgData name="Nikola J. Mrdak" userId="S::nmrdak@bellarmine.edu::c656906f-b3dd-441b-9c78-810d52e75940" providerId="AD" clId="Web-{B83A7D04-F141-A853-332D-A690826FE96B}" dt="2026-04-02T12:00:53.163" v="89" actId="20577"/>
          <ac:spMkLst>
            <pc:docMk/>
            <pc:sldMk cId="3813411589" sldId="273"/>
            <ac:spMk id="3" creationId="{519E8F40-E502-9789-6104-CC042E987F64}"/>
          </ac:spMkLst>
        </pc:spChg>
        <pc:picChg chg="add mod">
          <ac:chgData name="Nikola J. Mrdak" userId="S::nmrdak@bellarmine.edu::c656906f-b3dd-441b-9c78-810d52e75940" providerId="AD" clId="Web-{B83A7D04-F141-A853-332D-A690826FE96B}" dt="2026-04-02T12:01:04.398" v="90" actId="1076"/>
          <ac:picMkLst>
            <pc:docMk/>
            <pc:sldMk cId="3813411589" sldId="273"/>
            <ac:picMk id="4" creationId="{3AC38D9D-E811-DD3A-EE7E-A8210E3DC52A}"/>
          </ac:picMkLst>
        </pc:picChg>
      </pc:sldChg>
      <pc:sldChg chg="del">
        <pc:chgData name="Nikola J. Mrdak" userId="S::nmrdak@bellarmine.edu::c656906f-b3dd-441b-9c78-810d52e75940" providerId="AD" clId="Web-{B83A7D04-F141-A853-332D-A690826FE96B}" dt="2026-04-02T11:55:21.809" v="1"/>
        <pc:sldMkLst>
          <pc:docMk/>
          <pc:sldMk cId="2575935437" sldId="291"/>
        </pc:sldMkLst>
      </pc:sldChg>
      <pc:sldChg chg="addSp modSp new">
        <pc:chgData name="Nikola J. Mrdak" userId="S::nmrdak@bellarmine.edu::c656906f-b3dd-441b-9c78-810d52e75940" providerId="AD" clId="Web-{B83A7D04-F141-A853-332D-A690826FE96B}" dt="2026-04-02T11:55:59.716" v="6" actId="1076"/>
        <pc:sldMkLst>
          <pc:docMk/>
          <pc:sldMk cId="3301187750" sldId="292"/>
        </pc:sldMkLst>
        <pc:picChg chg="add mod">
          <ac:chgData name="Nikola J. Mrdak" userId="S::nmrdak@bellarmine.edu::c656906f-b3dd-441b-9c78-810d52e75940" providerId="AD" clId="Web-{B83A7D04-F141-A853-332D-A690826FE96B}" dt="2026-04-02T11:55:59.716" v="6" actId="1076"/>
          <ac:picMkLst>
            <pc:docMk/>
            <pc:sldMk cId="3301187750" sldId="292"/>
            <ac:picMk id="5" creationId="{F16B1CE5-0AE9-73FF-7A75-78EC2B44EBF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4/2/2026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593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4/2/2026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372530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4/2/2026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251589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4/2/2026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968135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4/2/2026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648959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4/2/2026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462142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4/2/2026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094237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4/2/2026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356337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4/2/2026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950329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4/2/2026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60578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4/2/2026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914229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4/2/2026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219306125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Mini Project 4</a:t>
            </a:r>
          </a:p>
        </p:txBody>
      </p:sp>
      <p:sp>
        <p:nvSpPr>
          <p:cNvPr id="3" name="Subtitle 2"/>
          <p:cNvSpPr>
            <a:spLocks noGrp="1"/>
          </p:cNvSpPr>
          <p:nvPr>
            <p:ph type="subTitle" idx="1"/>
          </p:nvPr>
        </p:nvSpPr>
        <p:spPr/>
        <p:txBody>
          <a:bodyPr vert="horz" lIns="91440" tIns="45720" rIns="91440" bIns="45720" rtlCol="0" anchor="t">
            <a:normAutofit/>
          </a:bodyPr>
          <a:lstStyle/>
          <a:p>
            <a:r>
              <a:rPr lang="en-US"/>
              <a:t>Samia, Sal, Nik</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CCA23-E819-2BFE-0EDC-1C787B3CF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AD76C-14C5-4CE4-7F79-29A651DD57E6}"/>
              </a:ext>
            </a:extLst>
          </p:cNvPr>
          <p:cNvSpPr>
            <a:spLocks noGrp="1"/>
          </p:cNvSpPr>
          <p:nvPr>
            <p:ph type="title"/>
          </p:nvPr>
        </p:nvSpPr>
        <p:spPr>
          <a:solidFill>
            <a:schemeClr val="accent1">
              <a:lumMod val="20000"/>
              <a:lumOff val="80000"/>
            </a:schemeClr>
          </a:solidFill>
        </p:spPr>
        <p:txBody>
          <a:bodyPr/>
          <a:lstStyle/>
          <a:p>
            <a:pPr algn="ctr"/>
            <a:r>
              <a:rPr lang="en-US">
                <a:ea typeface="+mj-lt"/>
                <a:cs typeface="+mj-lt"/>
              </a:rPr>
              <a:t>PART I: SINGLE-TABLE QUERIES</a:t>
            </a:r>
            <a:endParaRPr lang="en-US"/>
          </a:p>
        </p:txBody>
      </p:sp>
    </p:spTree>
    <p:extLst>
      <p:ext uri="{BB962C8B-B14F-4D97-AF65-F5344CB8AC3E}">
        <p14:creationId xmlns:p14="http://schemas.microsoft.com/office/powerpoint/2010/main" val="4242522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7F15-3663-C928-91EE-AB501760A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8177D-73D8-EAE5-6ABF-788C20AA52BA}"/>
              </a:ext>
            </a:extLst>
          </p:cNvPr>
          <p:cNvSpPr>
            <a:spLocks noGrp="1"/>
          </p:cNvSpPr>
          <p:nvPr>
            <p:ph type="title"/>
          </p:nvPr>
        </p:nvSpPr>
        <p:spPr/>
        <p:txBody>
          <a:bodyPr/>
          <a:lstStyle/>
          <a:p>
            <a:pPr algn="ctr"/>
            <a:r>
              <a:rPr lang="en-US" b="1"/>
              <a:t>Query 1, 2 and 3</a:t>
            </a:r>
          </a:p>
        </p:txBody>
      </p:sp>
      <p:sp>
        <p:nvSpPr>
          <p:cNvPr id="3" name="Content Placeholder 2">
            <a:extLst>
              <a:ext uri="{FF2B5EF4-FFF2-40B4-BE49-F238E27FC236}">
                <a16:creationId xmlns:a16="http://schemas.microsoft.com/office/drawing/2014/main" id="{F4E515BE-3DD7-D9DD-909C-38A1548BFAF5}"/>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n-US">
                <a:ea typeface="+mn-lt"/>
                <a:cs typeface="+mn-lt"/>
              </a:rPr>
              <a:t>#1. Get a list of all film titles alphabetized by title.</a:t>
            </a:r>
            <a:endParaRPr lang="en-US"/>
          </a:p>
          <a:p>
            <a:r>
              <a:rPr lang="en-US">
                <a:ea typeface="+mn-lt"/>
                <a:cs typeface="+mn-lt"/>
              </a:rPr>
              <a:t>select title from film order by title;</a:t>
            </a:r>
            <a:endParaRPr lang="en-US"/>
          </a:p>
          <a:p>
            <a:pPr marL="0" indent="0">
              <a:buNone/>
            </a:pPr>
            <a:r>
              <a:rPr lang="en-US">
                <a:ea typeface="+mn-lt"/>
                <a:cs typeface="+mn-lt"/>
              </a:rPr>
              <a:t>#2. Find the description, release year, length, and rang for the movie “KENTUCKIAN GIANT”.</a:t>
            </a:r>
            <a:endParaRPr lang="en-US"/>
          </a:p>
          <a:p>
            <a:r>
              <a:rPr lang="en-US">
                <a:ea typeface="+mn-lt"/>
                <a:cs typeface="+mn-lt"/>
              </a:rPr>
              <a:t>select title, </a:t>
            </a:r>
            <a:r>
              <a:rPr lang="en-US" err="1">
                <a:ea typeface="+mn-lt"/>
                <a:cs typeface="+mn-lt"/>
              </a:rPr>
              <a:t>release_year</a:t>
            </a:r>
            <a:r>
              <a:rPr lang="en-US">
                <a:ea typeface="+mn-lt"/>
                <a:cs typeface="+mn-lt"/>
              </a:rPr>
              <a:t>, length, rating from film where title = 'KENTUCKIAN GIANT';</a:t>
            </a:r>
            <a:endParaRPr lang="en-US"/>
          </a:p>
          <a:p>
            <a:pPr marL="0" indent="0">
              <a:buNone/>
            </a:pPr>
            <a:r>
              <a:rPr lang="en-US">
                <a:ea typeface="+mn-lt"/>
                <a:cs typeface="+mn-lt"/>
              </a:rPr>
              <a:t>#3. Find the first name and last name of each employee (staff table). Your query should include the last name first, and then the first name.</a:t>
            </a:r>
            <a:endParaRPr lang="en-US"/>
          </a:p>
          <a:p>
            <a:r>
              <a:rPr lang="en-US">
                <a:ea typeface="+mn-lt"/>
                <a:cs typeface="+mn-lt"/>
              </a:rPr>
              <a:t>select </a:t>
            </a:r>
            <a:r>
              <a:rPr lang="en-US" err="1">
                <a:ea typeface="+mn-lt"/>
                <a:cs typeface="+mn-lt"/>
              </a:rPr>
              <a:t>first_name</a:t>
            </a:r>
            <a:r>
              <a:rPr lang="en-US">
                <a:ea typeface="+mn-lt"/>
                <a:cs typeface="+mn-lt"/>
              </a:rPr>
              <a:t>, </a:t>
            </a:r>
            <a:r>
              <a:rPr lang="en-US" err="1">
                <a:ea typeface="+mn-lt"/>
                <a:cs typeface="+mn-lt"/>
              </a:rPr>
              <a:t>last_name</a:t>
            </a:r>
            <a:r>
              <a:rPr lang="en-US">
                <a:ea typeface="+mn-lt"/>
                <a:cs typeface="+mn-lt"/>
              </a:rPr>
              <a:t> from staff;</a:t>
            </a:r>
            <a:endParaRPr lang="en-US"/>
          </a:p>
        </p:txBody>
      </p:sp>
    </p:spTree>
    <p:extLst>
      <p:ext uri="{BB962C8B-B14F-4D97-AF65-F5344CB8AC3E}">
        <p14:creationId xmlns:p14="http://schemas.microsoft.com/office/powerpoint/2010/main" val="1243709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0068B-9519-5FC6-C516-C5096F74F37A}"/>
              </a:ext>
            </a:extLst>
          </p:cNvPr>
          <p:cNvSpPr>
            <a:spLocks noGrp="1"/>
          </p:cNvSpPr>
          <p:nvPr>
            <p:ph type="title"/>
          </p:nvPr>
        </p:nvSpPr>
        <p:spPr/>
        <p:txBody>
          <a:bodyPr/>
          <a:lstStyle/>
          <a:p>
            <a:pPr algn="ctr"/>
            <a:r>
              <a:rPr lang="en-US" b="1"/>
              <a:t>Query 1, 2 and 3 Results</a:t>
            </a:r>
          </a:p>
        </p:txBody>
      </p:sp>
      <p:pic>
        <p:nvPicPr>
          <p:cNvPr id="5" name="Content Placeholder 4">
            <a:extLst>
              <a:ext uri="{FF2B5EF4-FFF2-40B4-BE49-F238E27FC236}">
                <a16:creationId xmlns:a16="http://schemas.microsoft.com/office/drawing/2014/main" id="{4595F3DA-83BC-2CE5-7C97-3195C4D09CCD}"/>
              </a:ext>
            </a:extLst>
          </p:cNvPr>
          <p:cNvPicPr>
            <a:picLocks noGrp="1" noChangeAspect="1"/>
          </p:cNvPicPr>
          <p:nvPr>
            <p:ph idx="1"/>
          </p:nvPr>
        </p:nvPicPr>
        <p:blipFill>
          <a:blip r:embed="rId2"/>
          <a:stretch>
            <a:fillRect/>
          </a:stretch>
        </p:blipFill>
        <p:spPr>
          <a:xfrm>
            <a:off x="9120676" y="3543801"/>
            <a:ext cx="1924050" cy="685800"/>
          </a:xfrm>
          <a:prstGeom prst="rect">
            <a:avLst/>
          </a:prstGeom>
        </p:spPr>
      </p:pic>
      <p:sp>
        <p:nvSpPr>
          <p:cNvPr id="4" name="Date Placeholder 3">
            <a:extLst>
              <a:ext uri="{FF2B5EF4-FFF2-40B4-BE49-F238E27FC236}">
                <a16:creationId xmlns:a16="http://schemas.microsoft.com/office/drawing/2014/main" id="{CA7E04DA-A6B7-D67C-434A-8C116C9C92D0}"/>
              </a:ext>
            </a:extLst>
          </p:cNvPr>
          <p:cNvSpPr>
            <a:spLocks noGrp="1"/>
          </p:cNvSpPr>
          <p:nvPr>
            <p:ph type="dt" sz="half" idx="10"/>
          </p:nvPr>
        </p:nvSpPr>
        <p:spPr/>
        <p:txBody>
          <a:bodyPr/>
          <a:lstStyle/>
          <a:p>
            <a:fld id="{F0EFEE64-2CA5-4350-A52E-8F46610F4542}" type="datetime1">
              <a:rPr lang="en-US"/>
              <a:t>4/2/2026</a:t>
            </a:fld>
            <a:endParaRPr lang="en-US"/>
          </a:p>
        </p:txBody>
      </p:sp>
      <p:sp>
        <p:nvSpPr>
          <p:cNvPr id="6" name="Slide Number Placeholder 5">
            <a:extLst>
              <a:ext uri="{FF2B5EF4-FFF2-40B4-BE49-F238E27FC236}">
                <a16:creationId xmlns:a16="http://schemas.microsoft.com/office/drawing/2014/main" id="{B72FE116-65A1-B0C0-5C08-23F0730B2F25}"/>
              </a:ext>
            </a:extLst>
          </p:cNvPr>
          <p:cNvSpPr>
            <a:spLocks noGrp="1"/>
          </p:cNvSpPr>
          <p:nvPr>
            <p:ph type="sldNum" sz="quarter" idx="12"/>
          </p:nvPr>
        </p:nvSpPr>
        <p:spPr/>
        <p:txBody>
          <a:bodyPr/>
          <a:lstStyle/>
          <a:p>
            <a:fld id="{A65A5C87-DF58-40C8-B092-1DE63DB4547E}" type="slidenum">
              <a:rPr lang="en-US" dirty="0"/>
              <a:t>4</a:t>
            </a:fld>
            <a:endParaRPr lang="en-US"/>
          </a:p>
        </p:txBody>
      </p:sp>
      <p:pic>
        <p:nvPicPr>
          <p:cNvPr id="7" name="Picture 6">
            <a:extLst>
              <a:ext uri="{FF2B5EF4-FFF2-40B4-BE49-F238E27FC236}">
                <a16:creationId xmlns:a16="http://schemas.microsoft.com/office/drawing/2014/main" id="{6F4E3E87-ABF4-3E5F-4BE8-3CFB30A97152}"/>
              </a:ext>
            </a:extLst>
          </p:cNvPr>
          <p:cNvPicPr>
            <a:picLocks noChangeAspect="1"/>
          </p:cNvPicPr>
          <p:nvPr/>
        </p:nvPicPr>
        <p:blipFill>
          <a:blip r:embed="rId3"/>
          <a:stretch>
            <a:fillRect/>
          </a:stretch>
        </p:blipFill>
        <p:spPr>
          <a:xfrm>
            <a:off x="4054584" y="3779273"/>
            <a:ext cx="3686175" cy="447675"/>
          </a:xfrm>
          <a:prstGeom prst="rect">
            <a:avLst/>
          </a:prstGeom>
        </p:spPr>
      </p:pic>
      <p:pic>
        <p:nvPicPr>
          <p:cNvPr id="8" name="Picture 7">
            <a:extLst>
              <a:ext uri="{FF2B5EF4-FFF2-40B4-BE49-F238E27FC236}">
                <a16:creationId xmlns:a16="http://schemas.microsoft.com/office/drawing/2014/main" id="{13B2AF22-B452-CD97-7A30-438BCF931A5C}"/>
              </a:ext>
            </a:extLst>
          </p:cNvPr>
          <p:cNvPicPr>
            <a:picLocks noChangeAspect="1"/>
          </p:cNvPicPr>
          <p:nvPr/>
        </p:nvPicPr>
        <p:blipFill>
          <a:blip r:embed="rId4"/>
          <a:stretch>
            <a:fillRect/>
          </a:stretch>
        </p:blipFill>
        <p:spPr>
          <a:xfrm>
            <a:off x="1270153" y="2800677"/>
            <a:ext cx="1781175" cy="2352675"/>
          </a:xfrm>
          <a:prstGeom prst="rect">
            <a:avLst/>
          </a:prstGeom>
        </p:spPr>
      </p:pic>
    </p:spTree>
    <p:extLst>
      <p:ext uri="{BB962C8B-B14F-4D97-AF65-F5344CB8AC3E}">
        <p14:creationId xmlns:p14="http://schemas.microsoft.com/office/powerpoint/2010/main" val="590078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1671C-A811-B910-5E36-4CE4164C1620}"/>
              </a:ext>
            </a:extLst>
          </p:cNvPr>
          <p:cNvSpPr>
            <a:spLocks noGrp="1"/>
          </p:cNvSpPr>
          <p:nvPr>
            <p:ph type="title"/>
          </p:nvPr>
        </p:nvSpPr>
        <p:spPr/>
        <p:txBody>
          <a:bodyPr/>
          <a:lstStyle/>
          <a:p>
            <a:pPr algn="ctr"/>
            <a:r>
              <a:rPr lang="en-US" b="1"/>
              <a:t>Query 4, 5, and 6</a:t>
            </a:r>
          </a:p>
        </p:txBody>
      </p:sp>
      <p:sp>
        <p:nvSpPr>
          <p:cNvPr id="3" name="Content Placeholder 2">
            <a:extLst>
              <a:ext uri="{FF2B5EF4-FFF2-40B4-BE49-F238E27FC236}">
                <a16:creationId xmlns:a16="http://schemas.microsoft.com/office/drawing/2014/main" id="{C111E0FE-4433-733C-0E3B-AD469CFD73FC}"/>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n-US">
                <a:ea typeface="+mn-lt"/>
                <a:cs typeface="+mn-lt"/>
              </a:rPr>
              <a:t>#4. Repeat the query above, but this me, the results should include only one column with the format last name, first name. The output column should be named “name”</a:t>
            </a:r>
            <a:endParaRPr lang="en-US"/>
          </a:p>
          <a:p>
            <a:r>
              <a:rPr lang="en-US">
                <a:ea typeface="+mn-lt"/>
                <a:cs typeface="+mn-lt"/>
              </a:rPr>
              <a:t>select </a:t>
            </a:r>
            <a:r>
              <a:rPr lang="en-US" err="1">
                <a:ea typeface="+mn-lt"/>
                <a:cs typeface="+mn-lt"/>
              </a:rPr>
              <a:t>concat</a:t>
            </a:r>
            <a:r>
              <a:rPr lang="en-US">
                <a:ea typeface="+mn-lt"/>
                <a:cs typeface="+mn-lt"/>
              </a:rPr>
              <a:t>(</a:t>
            </a:r>
            <a:r>
              <a:rPr lang="en-US" err="1">
                <a:ea typeface="+mn-lt"/>
                <a:cs typeface="+mn-lt"/>
              </a:rPr>
              <a:t>last_name</a:t>
            </a:r>
            <a:r>
              <a:rPr lang="en-US">
                <a:ea typeface="+mn-lt"/>
                <a:cs typeface="+mn-lt"/>
              </a:rPr>
              <a:t>, ' ', </a:t>
            </a:r>
            <a:r>
              <a:rPr lang="en-US" err="1">
                <a:ea typeface="+mn-lt"/>
                <a:cs typeface="+mn-lt"/>
              </a:rPr>
              <a:t>first_name</a:t>
            </a:r>
            <a:r>
              <a:rPr lang="en-US">
                <a:ea typeface="+mn-lt"/>
                <a:cs typeface="+mn-lt"/>
              </a:rPr>
              <a:t>) as name from staff;</a:t>
            </a:r>
            <a:endParaRPr lang="en-US"/>
          </a:p>
          <a:p>
            <a:pPr marL="0" indent="0">
              <a:buNone/>
            </a:pPr>
            <a:r>
              <a:rPr lang="en-US">
                <a:ea typeface="+mn-lt"/>
                <a:cs typeface="+mn-lt"/>
              </a:rPr>
              <a:t>#5. Get the number of customers. The output should be a single number. Name the column “</a:t>
            </a:r>
            <a:r>
              <a:rPr lang="en-US" err="1">
                <a:ea typeface="+mn-lt"/>
                <a:cs typeface="+mn-lt"/>
              </a:rPr>
              <a:t>num_customers</a:t>
            </a:r>
            <a:r>
              <a:rPr lang="en-US">
                <a:ea typeface="+mn-lt"/>
                <a:cs typeface="+mn-lt"/>
              </a:rPr>
              <a:t>”</a:t>
            </a:r>
            <a:endParaRPr lang="en-US"/>
          </a:p>
          <a:p>
            <a:r>
              <a:rPr lang="en-US">
                <a:ea typeface="+mn-lt"/>
                <a:cs typeface="+mn-lt"/>
              </a:rPr>
              <a:t>select count(</a:t>
            </a:r>
            <a:r>
              <a:rPr lang="en-US" err="1">
                <a:ea typeface="+mn-lt"/>
                <a:cs typeface="+mn-lt"/>
              </a:rPr>
              <a:t>customer_id</a:t>
            </a:r>
            <a:r>
              <a:rPr lang="en-US">
                <a:ea typeface="+mn-lt"/>
                <a:cs typeface="+mn-lt"/>
              </a:rPr>
              <a:t>) as </a:t>
            </a:r>
            <a:r>
              <a:rPr lang="en-US" err="1">
                <a:ea typeface="+mn-lt"/>
                <a:cs typeface="+mn-lt"/>
              </a:rPr>
              <a:t>num_customers</a:t>
            </a:r>
            <a:r>
              <a:rPr lang="en-US">
                <a:ea typeface="+mn-lt"/>
                <a:cs typeface="+mn-lt"/>
              </a:rPr>
              <a:t> from customer;</a:t>
            </a:r>
            <a:endParaRPr lang="en-US"/>
          </a:p>
          <a:p>
            <a:pPr marL="0" indent="0">
              <a:buNone/>
            </a:pPr>
            <a:r>
              <a:rPr lang="en-US">
                <a:ea typeface="+mn-lt"/>
                <a:cs typeface="+mn-lt"/>
              </a:rPr>
              <a:t>#6. Get the number of customers who are active vs </a:t>
            </a:r>
            <a:r>
              <a:rPr lang="en-US" err="1">
                <a:ea typeface="+mn-lt"/>
                <a:cs typeface="+mn-lt"/>
              </a:rPr>
              <a:t>inactivesys</a:t>
            </a:r>
            <a:r>
              <a:rPr lang="en-US">
                <a:ea typeface="+mn-lt"/>
                <a:cs typeface="+mn-lt"/>
              </a:rPr>
              <a:t> in the system.</a:t>
            </a:r>
            <a:endParaRPr lang="en-US"/>
          </a:p>
          <a:p>
            <a:r>
              <a:rPr lang="en-US">
                <a:ea typeface="+mn-lt"/>
                <a:cs typeface="+mn-lt"/>
              </a:rPr>
              <a:t>select active, count(active) from customer group by active;</a:t>
            </a:r>
            <a:endParaRPr lang="en-US"/>
          </a:p>
        </p:txBody>
      </p:sp>
      <p:sp>
        <p:nvSpPr>
          <p:cNvPr id="4" name="Date Placeholder 3">
            <a:extLst>
              <a:ext uri="{FF2B5EF4-FFF2-40B4-BE49-F238E27FC236}">
                <a16:creationId xmlns:a16="http://schemas.microsoft.com/office/drawing/2014/main" id="{544D3DB9-5DC5-0CCC-82DA-F30A1B2A0049}"/>
              </a:ext>
            </a:extLst>
          </p:cNvPr>
          <p:cNvSpPr>
            <a:spLocks noGrp="1"/>
          </p:cNvSpPr>
          <p:nvPr>
            <p:ph type="dt" sz="half" idx="10"/>
          </p:nvPr>
        </p:nvSpPr>
        <p:spPr/>
        <p:txBody>
          <a:bodyPr/>
          <a:lstStyle/>
          <a:p>
            <a:fld id="{1D4C0772-CDC8-4908-90C0-FB7287DE07ED}" type="datetime1">
              <a:rPr lang="en-US"/>
              <a:t>4/2/2026</a:t>
            </a:fld>
            <a:endParaRPr lang="en-US"/>
          </a:p>
        </p:txBody>
      </p:sp>
      <p:sp>
        <p:nvSpPr>
          <p:cNvPr id="6" name="Slide Number Placeholder 5">
            <a:extLst>
              <a:ext uri="{FF2B5EF4-FFF2-40B4-BE49-F238E27FC236}">
                <a16:creationId xmlns:a16="http://schemas.microsoft.com/office/drawing/2014/main" id="{1AB91E4D-72FB-96F1-A476-E676204E0043}"/>
              </a:ext>
            </a:extLst>
          </p:cNvPr>
          <p:cNvSpPr>
            <a:spLocks noGrp="1"/>
          </p:cNvSpPr>
          <p:nvPr>
            <p:ph type="sldNum" sz="quarter" idx="12"/>
          </p:nvPr>
        </p:nvSpPr>
        <p:spPr/>
        <p:txBody>
          <a:bodyPr/>
          <a:lstStyle/>
          <a:p>
            <a:fld id="{A65A5C87-DF58-40C8-B092-1DE63DB4547E}" type="slidenum">
              <a:rPr lang="en-US" dirty="0"/>
              <a:t>5</a:t>
            </a:fld>
            <a:endParaRPr lang="en-US"/>
          </a:p>
        </p:txBody>
      </p:sp>
    </p:spTree>
    <p:extLst>
      <p:ext uri="{BB962C8B-B14F-4D97-AF65-F5344CB8AC3E}">
        <p14:creationId xmlns:p14="http://schemas.microsoft.com/office/powerpoint/2010/main" val="2723356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433B9-CF3F-A1C0-AB9F-0DEFE06F8D4E}"/>
              </a:ext>
            </a:extLst>
          </p:cNvPr>
          <p:cNvSpPr>
            <a:spLocks noGrp="1"/>
          </p:cNvSpPr>
          <p:nvPr>
            <p:ph type="title"/>
          </p:nvPr>
        </p:nvSpPr>
        <p:spPr/>
        <p:txBody>
          <a:bodyPr/>
          <a:lstStyle/>
          <a:p>
            <a:pPr algn="ctr"/>
            <a:r>
              <a:rPr lang="en-US" b="1"/>
              <a:t>Query 4, 5 and 6 Results</a:t>
            </a:r>
            <a:endParaRPr lang="en-US"/>
          </a:p>
        </p:txBody>
      </p:sp>
      <p:pic>
        <p:nvPicPr>
          <p:cNvPr id="5" name="Content Placeholder 4">
            <a:extLst>
              <a:ext uri="{FF2B5EF4-FFF2-40B4-BE49-F238E27FC236}">
                <a16:creationId xmlns:a16="http://schemas.microsoft.com/office/drawing/2014/main" id="{8D0E6C37-2BEC-53BD-D11B-6C63F514BD78}"/>
              </a:ext>
            </a:extLst>
          </p:cNvPr>
          <p:cNvPicPr>
            <a:picLocks noGrp="1" noChangeAspect="1"/>
          </p:cNvPicPr>
          <p:nvPr>
            <p:ph idx="1"/>
          </p:nvPr>
        </p:nvPicPr>
        <p:blipFill>
          <a:blip r:embed="rId2"/>
          <a:stretch>
            <a:fillRect/>
          </a:stretch>
        </p:blipFill>
        <p:spPr>
          <a:xfrm>
            <a:off x="7978328" y="3697441"/>
            <a:ext cx="1828800" cy="733425"/>
          </a:xfrm>
          <a:prstGeom prst="rect">
            <a:avLst/>
          </a:prstGeom>
        </p:spPr>
      </p:pic>
      <p:sp>
        <p:nvSpPr>
          <p:cNvPr id="4" name="Date Placeholder 3">
            <a:extLst>
              <a:ext uri="{FF2B5EF4-FFF2-40B4-BE49-F238E27FC236}">
                <a16:creationId xmlns:a16="http://schemas.microsoft.com/office/drawing/2014/main" id="{FA20DCDA-DF80-C234-B7AB-4E0DE3D08F92}"/>
              </a:ext>
            </a:extLst>
          </p:cNvPr>
          <p:cNvSpPr>
            <a:spLocks noGrp="1"/>
          </p:cNvSpPr>
          <p:nvPr>
            <p:ph type="dt" sz="half" idx="10"/>
          </p:nvPr>
        </p:nvSpPr>
        <p:spPr/>
        <p:txBody>
          <a:bodyPr/>
          <a:lstStyle/>
          <a:p>
            <a:fld id="{C05A9A65-E494-4201-8822-6232F68E536B}" type="datetime1">
              <a:rPr lang="en-US"/>
              <a:t>4/2/2026</a:t>
            </a:fld>
            <a:endParaRPr lang="en-US"/>
          </a:p>
        </p:txBody>
      </p:sp>
      <p:sp>
        <p:nvSpPr>
          <p:cNvPr id="6" name="Slide Number Placeholder 5">
            <a:extLst>
              <a:ext uri="{FF2B5EF4-FFF2-40B4-BE49-F238E27FC236}">
                <a16:creationId xmlns:a16="http://schemas.microsoft.com/office/drawing/2014/main" id="{22A8EC35-72EE-2DB5-B581-E7672726B68C}"/>
              </a:ext>
            </a:extLst>
          </p:cNvPr>
          <p:cNvSpPr>
            <a:spLocks noGrp="1"/>
          </p:cNvSpPr>
          <p:nvPr>
            <p:ph type="sldNum" sz="quarter" idx="12"/>
          </p:nvPr>
        </p:nvSpPr>
        <p:spPr/>
        <p:txBody>
          <a:bodyPr/>
          <a:lstStyle/>
          <a:p>
            <a:fld id="{A65A5C87-DF58-40C8-B092-1DE63DB4547E}" type="slidenum">
              <a:rPr lang="en-US" dirty="0"/>
              <a:t>6</a:t>
            </a:fld>
            <a:endParaRPr lang="en-US"/>
          </a:p>
        </p:txBody>
      </p:sp>
      <p:pic>
        <p:nvPicPr>
          <p:cNvPr id="7" name="Picture 6">
            <a:extLst>
              <a:ext uri="{FF2B5EF4-FFF2-40B4-BE49-F238E27FC236}">
                <a16:creationId xmlns:a16="http://schemas.microsoft.com/office/drawing/2014/main" id="{E1AAB60F-CDFC-E541-8C1A-1262CC0924A1}"/>
              </a:ext>
            </a:extLst>
          </p:cNvPr>
          <p:cNvPicPr>
            <a:picLocks noChangeAspect="1"/>
          </p:cNvPicPr>
          <p:nvPr/>
        </p:nvPicPr>
        <p:blipFill>
          <a:blip r:embed="rId3"/>
          <a:stretch>
            <a:fillRect/>
          </a:stretch>
        </p:blipFill>
        <p:spPr>
          <a:xfrm>
            <a:off x="5108401" y="3877784"/>
            <a:ext cx="1390650" cy="542925"/>
          </a:xfrm>
          <a:prstGeom prst="rect">
            <a:avLst/>
          </a:prstGeom>
        </p:spPr>
      </p:pic>
      <p:pic>
        <p:nvPicPr>
          <p:cNvPr id="8" name="Picture 7">
            <a:extLst>
              <a:ext uri="{FF2B5EF4-FFF2-40B4-BE49-F238E27FC236}">
                <a16:creationId xmlns:a16="http://schemas.microsoft.com/office/drawing/2014/main" id="{314DFA3E-815C-EBF0-844D-09F85571A849}"/>
              </a:ext>
            </a:extLst>
          </p:cNvPr>
          <p:cNvPicPr>
            <a:picLocks noChangeAspect="1"/>
          </p:cNvPicPr>
          <p:nvPr/>
        </p:nvPicPr>
        <p:blipFill>
          <a:blip r:embed="rId4"/>
          <a:stretch>
            <a:fillRect/>
          </a:stretch>
        </p:blipFill>
        <p:spPr>
          <a:xfrm>
            <a:off x="1687230" y="3817764"/>
            <a:ext cx="1885950" cy="676275"/>
          </a:xfrm>
          <a:prstGeom prst="rect">
            <a:avLst/>
          </a:prstGeom>
        </p:spPr>
      </p:pic>
    </p:spTree>
    <p:extLst>
      <p:ext uri="{BB962C8B-B14F-4D97-AF65-F5344CB8AC3E}">
        <p14:creationId xmlns:p14="http://schemas.microsoft.com/office/powerpoint/2010/main" val="2967670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B665E-2C5D-191C-177F-2E9451A9696F}"/>
              </a:ext>
            </a:extLst>
          </p:cNvPr>
          <p:cNvSpPr>
            <a:spLocks noGrp="1"/>
          </p:cNvSpPr>
          <p:nvPr>
            <p:ph type="title"/>
          </p:nvPr>
        </p:nvSpPr>
        <p:spPr/>
        <p:txBody>
          <a:bodyPr/>
          <a:lstStyle/>
          <a:p>
            <a:pPr algn="ctr"/>
            <a:r>
              <a:rPr lang="en-US" b="1"/>
              <a:t>Query 7 and 8</a:t>
            </a:r>
          </a:p>
        </p:txBody>
      </p:sp>
      <p:sp>
        <p:nvSpPr>
          <p:cNvPr id="3" name="Content Placeholder 2">
            <a:extLst>
              <a:ext uri="{FF2B5EF4-FFF2-40B4-BE49-F238E27FC236}">
                <a16:creationId xmlns:a16="http://schemas.microsoft.com/office/drawing/2014/main" id="{8808673E-25F0-431E-ECF0-6A882D23B5F5}"/>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#7. Get the average amount a customer spends on a rental.</a:t>
            </a:r>
            <a:endParaRPr lang="en-US"/>
          </a:p>
          <a:p>
            <a:r>
              <a:rPr lang="en-US">
                <a:ea typeface="+mn-lt"/>
                <a:cs typeface="+mn-lt"/>
              </a:rPr>
              <a:t>select avg(amount) from payment;</a:t>
            </a:r>
            <a:endParaRPr lang="en-US"/>
          </a:p>
          <a:p>
            <a:pPr marL="0" indent="0">
              <a:buNone/>
            </a:pPr>
            <a:r>
              <a:rPr lang="en-US">
                <a:ea typeface="+mn-lt"/>
                <a:cs typeface="+mn-lt"/>
              </a:rPr>
              <a:t>#8. Get maximum amount any customer has spent on a rental.</a:t>
            </a:r>
            <a:endParaRPr lang="en-US"/>
          </a:p>
          <a:p>
            <a:r>
              <a:rPr lang="en-US">
                <a:ea typeface="+mn-lt"/>
                <a:cs typeface="+mn-lt"/>
              </a:rPr>
              <a:t>select max(amount) from payment;</a:t>
            </a:r>
            <a:endParaRPr lang="en-US"/>
          </a:p>
        </p:txBody>
      </p:sp>
      <p:sp>
        <p:nvSpPr>
          <p:cNvPr id="4" name="Date Placeholder 3">
            <a:extLst>
              <a:ext uri="{FF2B5EF4-FFF2-40B4-BE49-F238E27FC236}">
                <a16:creationId xmlns:a16="http://schemas.microsoft.com/office/drawing/2014/main" id="{A86260FC-8D46-EE0B-C168-F8C1D2B90321}"/>
              </a:ext>
            </a:extLst>
          </p:cNvPr>
          <p:cNvSpPr>
            <a:spLocks noGrp="1"/>
          </p:cNvSpPr>
          <p:nvPr>
            <p:ph type="dt" sz="half" idx="10"/>
          </p:nvPr>
        </p:nvSpPr>
        <p:spPr/>
        <p:txBody>
          <a:bodyPr/>
          <a:lstStyle/>
          <a:p>
            <a:fld id="{E04B737D-8F36-49A6-A587-0C5658E85ABD}" type="datetime1">
              <a:rPr lang="en-US"/>
              <a:t>4/2/2026</a:t>
            </a:fld>
            <a:endParaRPr lang="en-US"/>
          </a:p>
        </p:txBody>
      </p:sp>
      <p:sp>
        <p:nvSpPr>
          <p:cNvPr id="6" name="Slide Number Placeholder 5">
            <a:extLst>
              <a:ext uri="{FF2B5EF4-FFF2-40B4-BE49-F238E27FC236}">
                <a16:creationId xmlns:a16="http://schemas.microsoft.com/office/drawing/2014/main" id="{D17C4697-8AC3-3795-4FCA-A56C0391AADD}"/>
              </a:ext>
            </a:extLst>
          </p:cNvPr>
          <p:cNvSpPr>
            <a:spLocks noGrp="1"/>
          </p:cNvSpPr>
          <p:nvPr>
            <p:ph type="sldNum" sz="quarter" idx="12"/>
          </p:nvPr>
        </p:nvSpPr>
        <p:spPr/>
        <p:txBody>
          <a:bodyPr/>
          <a:lstStyle/>
          <a:p>
            <a:fld id="{A65A5C87-DF58-40C8-B092-1DE63DB4547E}" type="slidenum">
              <a:rPr lang="en-US" dirty="0"/>
              <a:t>7</a:t>
            </a:fld>
            <a:endParaRPr lang="en-US"/>
          </a:p>
        </p:txBody>
      </p:sp>
    </p:spTree>
    <p:extLst>
      <p:ext uri="{BB962C8B-B14F-4D97-AF65-F5344CB8AC3E}">
        <p14:creationId xmlns:p14="http://schemas.microsoft.com/office/powerpoint/2010/main" val="819540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5549D-94C4-B963-2DE3-0973C2C69100}"/>
              </a:ext>
            </a:extLst>
          </p:cNvPr>
          <p:cNvSpPr>
            <a:spLocks noGrp="1"/>
          </p:cNvSpPr>
          <p:nvPr>
            <p:ph type="title"/>
          </p:nvPr>
        </p:nvSpPr>
        <p:spPr/>
        <p:txBody>
          <a:bodyPr/>
          <a:lstStyle/>
          <a:p>
            <a:pPr algn="ctr"/>
            <a:r>
              <a:rPr lang="en-US" b="1"/>
              <a:t>Query 7 and 8 Results</a:t>
            </a:r>
            <a:endParaRPr lang="en-US"/>
          </a:p>
        </p:txBody>
      </p:sp>
      <p:pic>
        <p:nvPicPr>
          <p:cNvPr id="5" name="Content Placeholder 4">
            <a:extLst>
              <a:ext uri="{FF2B5EF4-FFF2-40B4-BE49-F238E27FC236}">
                <a16:creationId xmlns:a16="http://schemas.microsoft.com/office/drawing/2014/main" id="{79C407B8-7838-5250-F9E2-348AFEABC8FC}"/>
              </a:ext>
            </a:extLst>
          </p:cNvPr>
          <p:cNvPicPr>
            <a:picLocks noGrp="1" noChangeAspect="1"/>
          </p:cNvPicPr>
          <p:nvPr>
            <p:ph idx="1"/>
          </p:nvPr>
        </p:nvPicPr>
        <p:blipFill>
          <a:blip r:embed="rId2"/>
          <a:stretch>
            <a:fillRect/>
          </a:stretch>
        </p:blipFill>
        <p:spPr>
          <a:xfrm>
            <a:off x="2277223" y="3549869"/>
            <a:ext cx="1247775" cy="485775"/>
          </a:xfrm>
          <a:prstGeom prst="rect">
            <a:avLst/>
          </a:prstGeom>
        </p:spPr>
      </p:pic>
      <p:sp>
        <p:nvSpPr>
          <p:cNvPr id="4" name="Date Placeholder 3">
            <a:extLst>
              <a:ext uri="{FF2B5EF4-FFF2-40B4-BE49-F238E27FC236}">
                <a16:creationId xmlns:a16="http://schemas.microsoft.com/office/drawing/2014/main" id="{3F5EFD5E-876F-A2F6-34BE-FE529CA1FD49}"/>
              </a:ext>
            </a:extLst>
          </p:cNvPr>
          <p:cNvSpPr>
            <a:spLocks noGrp="1"/>
          </p:cNvSpPr>
          <p:nvPr>
            <p:ph type="dt" sz="half" idx="10"/>
          </p:nvPr>
        </p:nvSpPr>
        <p:spPr/>
        <p:txBody>
          <a:bodyPr/>
          <a:lstStyle/>
          <a:p>
            <a:fld id="{51A3A2CE-E585-43CF-8345-AF02F36DE659}" type="datetime1">
              <a:rPr lang="en-US"/>
              <a:t>4/2/2026</a:t>
            </a:fld>
            <a:endParaRPr lang="en-US"/>
          </a:p>
        </p:txBody>
      </p:sp>
      <p:sp>
        <p:nvSpPr>
          <p:cNvPr id="6" name="Slide Number Placeholder 5">
            <a:extLst>
              <a:ext uri="{FF2B5EF4-FFF2-40B4-BE49-F238E27FC236}">
                <a16:creationId xmlns:a16="http://schemas.microsoft.com/office/drawing/2014/main" id="{2B6BCAD2-BB37-6C06-2D2D-B962A0A34E6A}"/>
              </a:ext>
            </a:extLst>
          </p:cNvPr>
          <p:cNvSpPr>
            <a:spLocks noGrp="1"/>
          </p:cNvSpPr>
          <p:nvPr>
            <p:ph type="sldNum" sz="quarter" idx="12"/>
          </p:nvPr>
        </p:nvSpPr>
        <p:spPr/>
        <p:txBody>
          <a:bodyPr/>
          <a:lstStyle/>
          <a:p>
            <a:fld id="{A65A5C87-DF58-40C8-B092-1DE63DB4547E}" type="slidenum">
              <a:rPr lang="en-US" dirty="0"/>
              <a:t>8</a:t>
            </a:fld>
            <a:endParaRPr lang="en-US"/>
          </a:p>
        </p:txBody>
      </p:sp>
      <p:pic>
        <p:nvPicPr>
          <p:cNvPr id="7" name="Picture 6">
            <a:extLst>
              <a:ext uri="{FF2B5EF4-FFF2-40B4-BE49-F238E27FC236}">
                <a16:creationId xmlns:a16="http://schemas.microsoft.com/office/drawing/2014/main" id="{C0BA1F8A-8B8E-DD8E-59CF-3501E62E1170}"/>
              </a:ext>
            </a:extLst>
          </p:cNvPr>
          <p:cNvPicPr>
            <a:picLocks noChangeAspect="1"/>
          </p:cNvPicPr>
          <p:nvPr/>
        </p:nvPicPr>
        <p:blipFill>
          <a:blip r:embed="rId3"/>
          <a:stretch>
            <a:fillRect/>
          </a:stretch>
        </p:blipFill>
        <p:spPr>
          <a:xfrm>
            <a:off x="8681450" y="3551454"/>
            <a:ext cx="1238250" cy="485775"/>
          </a:xfrm>
          <a:prstGeom prst="rect">
            <a:avLst/>
          </a:prstGeom>
        </p:spPr>
      </p:pic>
    </p:spTree>
    <p:extLst>
      <p:ext uri="{BB962C8B-B14F-4D97-AF65-F5344CB8AC3E}">
        <p14:creationId xmlns:p14="http://schemas.microsoft.com/office/powerpoint/2010/main" val="243684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5779D-EDDE-FBB2-01FA-AE4AD5EA3904}"/>
              </a:ext>
            </a:extLst>
          </p:cNvPr>
          <p:cNvSpPr>
            <a:spLocks noGrp="1"/>
          </p:cNvSpPr>
          <p:nvPr>
            <p:ph type="title"/>
          </p:nvPr>
        </p:nvSpPr>
        <p:spPr/>
        <p:txBody>
          <a:bodyPr/>
          <a:lstStyle/>
          <a:p>
            <a:pPr algn="ctr"/>
            <a:r>
              <a:rPr lang="en-US" b="1"/>
              <a:t>Query 9 and 10</a:t>
            </a:r>
          </a:p>
        </p:txBody>
      </p:sp>
      <p:sp>
        <p:nvSpPr>
          <p:cNvPr id="3" name="Content Placeholder 2">
            <a:extLst>
              <a:ext uri="{FF2B5EF4-FFF2-40B4-BE49-F238E27FC236}">
                <a16:creationId xmlns:a16="http://schemas.microsoft.com/office/drawing/2014/main" id="{734D3C20-4F0D-BC90-766C-5C844E26F0ED}"/>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n-US">
                <a:ea typeface="+mn-lt"/>
                <a:cs typeface="+mn-lt"/>
              </a:rPr>
              <a:t>#9. Get a list of the actors. The results should include only one column with the format last name, first name. The column should be named “</a:t>
            </a:r>
            <a:r>
              <a:rPr lang="en-US" err="1">
                <a:ea typeface="+mn-lt"/>
                <a:cs typeface="+mn-lt"/>
              </a:rPr>
              <a:t>actor_name</a:t>
            </a:r>
            <a:r>
              <a:rPr lang="en-US">
                <a:ea typeface="+mn-lt"/>
                <a:cs typeface="+mn-lt"/>
              </a:rPr>
              <a:t>” The results should be sorted be sorted alphabetically by the last name (ascending).</a:t>
            </a:r>
            <a:endParaRPr lang="en-US"/>
          </a:p>
          <a:p>
            <a:r>
              <a:rPr lang="en-US">
                <a:ea typeface="+mn-lt"/>
                <a:cs typeface="+mn-lt"/>
              </a:rPr>
              <a:t>select </a:t>
            </a:r>
            <a:r>
              <a:rPr lang="en-US" err="1">
                <a:ea typeface="+mn-lt"/>
                <a:cs typeface="+mn-lt"/>
              </a:rPr>
              <a:t>concat</a:t>
            </a:r>
            <a:r>
              <a:rPr lang="en-US">
                <a:ea typeface="+mn-lt"/>
                <a:cs typeface="+mn-lt"/>
              </a:rPr>
              <a:t>(</a:t>
            </a:r>
            <a:r>
              <a:rPr lang="en-US" err="1">
                <a:ea typeface="+mn-lt"/>
                <a:cs typeface="+mn-lt"/>
              </a:rPr>
              <a:t>last_name</a:t>
            </a:r>
            <a:r>
              <a:rPr lang="en-US">
                <a:ea typeface="+mn-lt"/>
                <a:cs typeface="+mn-lt"/>
              </a:rPr>
              <a:t>, ' ', </a:t>
            </a:r>
            <a:r>
              <a:rPr lang="en-US" err="1">
                <a:ea typeface="+mn-lt"/>
                <a:cs typeface="+mn-lt"/>
              </a:rPr>
              <a:t>first_name</a:t>
            </a:r>
            <a:r>
              <a:rPr lang="en-US">
                <a:ea typeface="+mn-lt"/>
                <a:cs typeface="+mn-lt"/>
              </a:rPr>
              <a:t>) as </a:t>
            </a:r>
            <a:r>
              <a:rPr lang="en-US" err="1">
                <a:ea typeface="+mn-lt"/>
                <a:cs typeface="+mn-lt"/>
              </a:rPr>
              <a:t>actor_name</a:t>
            </a:r>
            <a:r>
              <a:rPr lang="en-US">
                <a:ea typeface="+mn-lt"/>
                <a:cs typeface="+mn-lt"/>
              </a:rPr>
              <a:t> from actor order by </a:t>
            </a:r>
            <a:r>
              <a:rPr lang="en-US" err="1">
                <a:ea typeface="+mn-lt"/>
                <a:cs typeface="+mn-lt"/>
              </a:rPr>
              <a:t>last_name</a:t>
            </a:r>
            <a:r>
              <a:rPr lang="en-US">
                <a:ea typeface="+mn-lt"/>
                <a:cs typeface="+mn-lt"/>
              </a:rPr>
              <a:t> </a:t>
            </a:r>
            <a:r>
              <a:rPr lang="en-US" err="1">
                <a:ea typeface="+mn-lt"/>
                <a:cs typeface="+mn-lt"/>
              </a:rPr>
              <a:t>asc</a:t>
            </a:r>
            <a:r>
              <a:rPr lang="en-US">
                <a:ea typeface="+mn-lt"/>
                <a:cs typeface="+mn-lt"/>
              </a:rPr>
              <a:t>;</a:t>
            </a:r>
            <a:endParaRPr lang="en-US"/>
          </a:p>
          <a:p>
            <a:pPr marL="0" indent="0">
              <a:buNone/>
            </a:pPr>
            <a:r>
              <a:rPr lang="en-US">
                <a:ea typeface="+mn-lt"/>
                <a:cs typeface="+mn-lt"/>
              </a:rPr>
              <a:t>#10. Repeat this query above, but the results should be in reverse order.</a:t>
            </a:r>
            <a:endParaRPr lang="en-US"/>
          </a:p>
          <a:p>
            <a:r>
              <a:rPr lang="en-US">
                <a:ea typeface="+mn-lt"/>
                <a:cs typeface="+mn-lt"/>
              </a:rPr>
              <a:t>select </a:t>
            </a:r>
            <a:r>
              <a:rPr lang="en-US" err="1">
                <a:ea typeface="+mn-lt"/>
                <a:cs typeface="+mn-lt"/>
              </a:rPr>
              <a:t>concat</a:t>
            </a:r>
            <a:r>
              <a:rPr lang="en-US">
                <a:ea typeface="+mn-lt"/>
                <a:cs typeface="+mn-lt"/>
              </a:rPr>
              <a:t>(</a:t>
            </a:r>
            <a:r>
              <a:rPr lang="en-US" err="1">
                <a:ea typeface="+mn-lt"/>
                <a:cs typeface="+mn-lt"/>
              </a:rPr>
              <a:t>last_name</a:t>
            </a:r>
            <a:r>
              <a:rPr lang="en-US">
                <a:ea typeface="+mn-lt"/>
                <a:cs typeface="+mn-lt"/>
              </a:rPr>
              <a:t>, ' ', </a:t>
            </a:r>
            <a:r>
              <a:rPr lang="en-US" err="1">
                <a:ea typeface="+mn-lt"/>
                <a:cs typeface="+mn-lt"/>
              </a:rPr>
              <a:t>first_name</a:t>
            </a:r>
            <a:r>
              <a:rPr lang="en-US">
                <a:ea typeface="+mn-lt"/>
                <a:cs typeface="+mn-lt"/>
              </a:rPr>
              <a:t>) as </a:t>
            </a:r>
            <a:r>
              <a:rPr lang="en-US" err="1">
                <a:ea typeface="+mn-lt"/>
                <a:cs typeface="+mn-lt"/>
              </a:rPr>
              <a:t>actor_name</a:t>
            </a:r>
            <a:r>
              <a:rPr lang="en-US">
                <a:ea typeface="+mn-lt"/>
                <a:cs typeface="+mn-lt"/>
              </a:rPr>
              <a:t> from actor order by </a:t>
            </a:r>
            <a:r>
              <a:rPr lang="en-US" err="1">
                <a:ea typeface="+mn-lt"/>
                <a:cs typeface="+mn-lt"/>
              </a:rPr>
              <a:t>last_name</a:t>
            </a:r>
            <a:r>
              <a:rPr lang="en-US">
                <a:ea typeface="+mn-lt"/>
                <a:cs typeface="+mn-lt"/>
              </a:rPr>
              <a:t> desc;</a:t>
            </a:r>
            <a:endParaRPr lang="en-US"/>
          </a:p>
        </p:txBody>
      </p:sp>
      <p:sp>
        <p:nvSpPr>
          <p:cNvPr id="4" name="Date Placeholder 3">
            <a:extLst>
              <a:ext uri="{FF2B5EF4-FFF2-40B4-BE49-F238E27FC236}">
                <a16:creationId xmlns:a16="http://schemas.microsoft.com/office/drawing/2014/main" id="{82829B4E-C34A-E23E-E3A6-05DABB7704B8}"/>
              </a:ext>
            </a:extLst>
          </p:cNvPr>
          <p:cNvSpPr>
            <a:spLocks noGrp="1"/>
          </p:cNvSpPr>
          <p:nvPr>
            <p:ph type="dt" sz="half" idx="10"/>
          </p:nvPr>
        </p:nvSpPr>
        <p:spPr/>
        <p:txBody>
          <a:bodyPr/>
          <a:lstStyle/>
          <a:p>
            <a:fld id="{5DA0B40D-27D3-4AD2-8873-6FB5BDD6B7E0}" type="datetime1">
              <a:rPr lang="en-US"/>
              <a:t>4/2/2026</a:t>
            </a:fld>
            <a:endParaRPr lang="en-US"/>
          </a:p>
        </p:txBody>
      </p:sp>
      <p:sp>
        <p:nvSpPr>
          <p:cNvPr id="6" name="Slide Number Placeholder 5">
            <a:extLst>
              <a:ext uri="{FF2B5EF4-FFF2-40B4-BE49-F238E27FC236}">
                <a16:creationId xmlns:a16="http://schemas.microsoft.com/office/drawing/2014/main" id="{48DEAF5A-7F9F-5FBD-C054-685357AF397C}"/>
              </a:ext>
            </a:extLst>
          </p:cNvPr>
          <p:cNvSpPr>
            <a:spLocks noGrp="1"/>
          </p:cNvSpPr>
          <p:nvPr>
            <p:ph type="sldNum" sz="quarter" idx="12"/>
          </p:nvPr>
        </p:nvSpPr>
        <p:spPr/>
        <p:txBody>
          <a:bodyPr/>
          <a:lstStyle/>
          <a:p>
            <a:fld id="{A65A5C87-DF58-40C8-B092-1DE63DB4547E}" type="slidenum">
              <a:rPr lang="en-US" dirty="0"/>
              <a:t>9</a:t>
            </a:fld>
            <a:endParaRPr lang="en-US"/>
          </a:p>
        </p:txBody>
      </p:sp>
    </p:spTree>
    <p:extLst>
      <p:ext uri="{BB962C8B-B14F-4D97-AF65-F5344CB8AC3E}">
        <p14:creationId xmlns:p14="http://schemas.microsoft.com/office/powerpoint/2010/main" val="2493359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A7BBE-A544-3652-EA85-D37764E7688F}"/>
              </a:ext>
            </a:extLst>
          </p:cNvPr>
          <p:cNvSpPr>
            <a:spLocks noGrp="1"/>
          </p:cNvSpPr>
          <p:nvPr>
            <p:ph type="title"/>
          </p:nvPr>
        </p:nvSpPr>
        <p:spPr/>
        <p:txBody>
          <a:bodyPr/>
          <a:lstStyle/>
          <a:p>
            <a:pPr algn="ctr"/>
            <a:r>
              <a:rPr lang="en-US" b="1"/>
              <a:t>Query 9 and 10 Results</a:t>
            </a:r>
            <a:endParaRPr lang="en-US"/>
          </a:p>
        </p:txBody>
      </p:sp>
      <p:pic>
        <p:nvPicPr>
          <p:cNvPr id="5" name="Content Placeholder 4">
            <a:extLst>
              <a:ext uri="{FF2B5EF4-FFF2-40B4-BE49-F238E27FC236}">
                <a16:creationId xmlns:a16="http://schemas.microsoft.com/office/drawing/2014/main" id="{E9D678EE-6B74-95CC-0ED0-56ABC6491310}"/>
              </a:ext>
            </a:extLst>
          </p:cNvPr>
          <p:cNvPicPr>
            <a:picLocks noGrp="1" noChangeAspect="1"/>
          </p:cNvPicPr>
          <p:nvPr>
            <p:ph idx="1"/>
          </p:nvPr>
        </p:nvPicPr>
        <p:blipFill>
          <a:blip r:embed="rId2"/>
          <a:stretch>
            <a:fillRect/>
          </a:stretch>
        </p:blipFill>
        <p:spPr>
          <a:xfrm>
            <a:off x="7351831" y="2946597"/>
            <a:ext cx="1933575" cy="2381250"/>
          </a:xfrm>
          <a:prstGeom prst="rect">
            <a:avLst/>
          </a:prstGeom>
        </p:spPr>
      </p:pic>
      <p:sp>
        <p:nvSpPr>
          <p:cNvPr id="4" name="Date Placeholder 3">
            <a:extLst>
              <a:ext uri="{FF2B5EF4-FFF2-40B4-BE49-F238E27FC236}">
                <a16:creationId xmlns:a16="http://schemas.microsoft.com/office/drawing/2014/main" id="{579F8707-F6D0-F1EF-C5AC-4101343E6AE5}"/>
              </a:ext>
            </a:extLst>
          </p:cNvPr>
          <p:cNvSpPr>
            <a:spLocks noGrp="1"/>
          </p:cNvSpPr>
          <p:nvPr>
            <p:ph type="dt" sz="half" idx="10"/>
          </p:nvPr>
        </p:nvSpPr>
        <p:spPr/>
        <p:txBody>
          <a:bodyPr/>
          <a:lstStyle/>
          <a:p>
            <a:fld id="{C1DF1F67-FE47-4A38-9F78-669835DB1B2E}" type="datetime1">
              <a:rPr lang="en-US"/>
              <a:t>4/2/2026</a:t>
            </a:fld>
            <a:endParaRPr lang="en-US"/>
          </a:p>
        </p:txBody>
      </p:sp>
      <p:sp>
        <p:nvSpPr>
          <p:cNvPr id="6" name="Slide Number Placeholder 5">
            <a:extLst>
              <a:ext uri="{FF2B5EF4-FFF2-40B4-BE49-F238E27FC236}">
                <a16:creationId xmlns:a16="http://schemas.microsoft.com/office/drawing/2014/main" id="{E8D5B16C-3062-E587-61E2-7A25B43FCB3A}"/>
              </a:ext>
            </a:extLst>
          </p:cNvPr>
          <p:cNvSpPr>
            <a:spLocks noGrp="1"/>
          </p:cNvSpPr>
          <p:nvPr>
            <p:ph type="sldNum" sz="quarter" idx="12"/>
          </p:nvPr>
        </p:nvSpPr>
        <p:spPr/>
        <p:txBody>
          <a:bodyPr/>
          <a:lstStyle/>
          <a:p>
            <a:fld id="{A65A5C87-DF58-40C8-B092-1DE63DB4547E}" type="slidenum">
              <a:rPr lang="en-US" dirty="0"/>
              <a:t>10</a:t>
            </a:fld>
            <a:endParaRPr lang="en-US"/>
          </a:p>
        </p:txBody>
      </p:sp>
      <p:pic>
        <p:nvPicPr>
          <p:cNvPr id="7" name="Picture 6">
            <a:extLst>
              <a:ext uri="{FF2B5EF4-FFF2-40B4-BE49-F238E27FC236}">
                <a16:creationId xmlns:a16="http://schemas.microsoft.com/office/drawing/2014/main" id="{DCF3E310-BB85-B56B-EAAD-1C2229155D66}"/>
              </a:ext>
            </a:extLst>
          </p:cNvPr>
          <p:cNvPicPr>
            <a:picLocks noChangeAspect="1"/>
          </p:cNvPicPr>
          <p:nvPr/>
        </p:nvPicPr>
        <p:blipFill>
          <a:blip r:embed="rId3"/>
          <a:stretch>
            <a:fillRect/>
          </a:stretch>
        </p:blipFill>
        <p:spPr>
          <a:xfrm>
            <a:off x="1690622" y="2972910"/>
            <a:ext cx="1733550" cy="2352675"/>
          </a:xfrm>
          <a:prstGeom prst="rect">
            <a:avLst/>
          </a:prstGeom>
        </p:spPr>
      </p:pic>
    </p:spTree>
    <p:extLst>
      <p:ext uri="{BB962C8B-B14F-4D97-AF65-F5344CB8AC3E}">
        <p14:creationId xmlns:p14="http://schemas.microsoft.com/office/powerpoint/2010/main" val="715076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A1ED8-632B-E5CB-0BB4-8463F3796CAF}"/>
              </a:ext>
            </a:extLst>
          </p:cNvPr>
          <p:cNvSpPr>
            <a:spLocks noGrp="1"/>
          </p:cNvSpPr>
          <p:nvPr>
            <p:ph type="title"/>
          </p:nvPr>
        </p:nvSpPr>
        <p:spPr>
          <a:solidFill>
            <a:schemeClr val="accent1">
              <a:lumMod val="20000"/>
              <a:lumOff val="80000"/>
            </a:schemeClr>
          </a:solidFill>
        </p:spPr>
        <p:txBody>
          <a:bodyPr/>
          <a:lstStyle/>
          <a:p>
            <a:pPr algn="ctr"/>
            <a:r>
              <a:rPr lang="en-US">
                <a:ea typeface="+mj-lt"/>
                <a:cs typeface="+mj-lt"/>
              </a:rPr>
              <a:t>PART I: MULTI-TABLE QUERIES</a:t>
            </a:r>
            <a:endParaRPr lang="en-US"/>
          </a:p>
        </p:txBody>
      </p:sp>
    </p:spTree>
    <p:extLst>
      <p:ext uri="{BB962C8B-B14F-4D97-AF65-F5344CB8AC3E}">
        <p14:creationId xmlns:p14="http://schemas.microsoft.com/office/powerpoint/2010/main" val="4111454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2B500-C69C-2D2E-BBD8-D8A1BFB4C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DC28C5-1ACA-E1C1-16FD-26AD3B2C381E}"/>
              </a:ext>
            </a:extLst>
          </p:cNvPr>
          <p:cNvSpPr>
            <a:spLocks noGrp="1"/>
          </p:cNvSpPr>
          <p:nvPr>
            <p:ph type="title"/>
          </p:nvPr>
        </p:nvSpPr>
        <p:spPr>
          <a:xfrm>
            <a:off x="626954" y="1848523"/>
            <a:ext cx="11400420" cy="5011987"/>
          </a:xfrm>
        </p:spPr>
        <p:txBody>
          <a:bodyPr vert="horz" lIns="91440" tIns="45720" rIns="91440" bIns="45720" rtlCol="0" anchor="ctr">
            <a:noAutofit/>
          </a:bodyPr>
          <a:lstStyle/>
          <a:p>
            <a:pPr>
              <a:lnSpc>
                <a:spcPct val="110000"/>
              </a:lnSpc>
              <a:spcBef>
                <a:spcPts val="1000"/>
              </a:spcBef>
            </a:pPr>
            <a:r>
              <a:rPr lang="en-US" sz="2000" b="1"/>
              <a:t>Query 1:</a:t>
            </a:r>
            <a:r>
              <a:rPr lang="en-US" sz="2000"/>
              <a:t> Get a list of category names and a count of movies that fall into that category. Name the category column “category” the count column “</a:t>
            </a:r>
            <a:r>
              <a:rPr lang="en-US" sz="2000" err="1"/>
              <a:t>num_films</a:t>
            </a:r>
            <a:r>
              <a:rPr lang="en-US" sz="2000"/>
              <a:t>”. Order the results alphabetically (ascending). Use the WHERE clause to join the tables.</a:t>
            </a:r>
            <a:br>
              <a:rPr lang="en-US" sz="2000"/>
            </a:br>
            <a:br>
              <a:rPr lang="en-US" sz="2000"/>
            </a:br>
            <a:br>
              <a:rPr lang="en-US" sz="2000"/>
            </a:br>
            <a:br>
              <a:rPr lang="en-US" sz="2000"/>
            </a:br>
            <a:endParaRPr lang="en-US" sz="2000"/>
          </a:p>
          <a:p>
            <a:pPr>
              <a:lnSpc>
                <a:spcPct val="110000"/>
              </a:lnSpc>
              <a:spcBef>
                <a:spcPts val="1000"/>
              </a:spcBef>
            </a:pPr>
            <a:br>
              <a:rPr lang="en-US" sz="2000" b="1"/>
            </a:br>
            <a:r>
              <a:rPr lang="en-US" sz="2000" b="1"/>
              <a:t>Query 2:</a:t>
            </a:r>
            <a:r>
              <a:rPr lang="en-US" sz="2000"/>
              <a:t> Repeat the query above using a JOIN clause instead of the WHERE clause.</a:t>
            </a:r>
            <a:br>
              <a:rPr lang="en-US" sz="2000"/>
            </a:br>
            <a:br>
              <a:rPr lang="en-US" sz="2000"/>
            </a:br>
            <a:br>
              <a:rPr lang="en-US" sz="2000"/>
            </a:br>
            <a:br>
              <a:rPr lang="en-US" sz="2000"/>
            </a:br>
            <a:endParaRPr lang="en-US" sz="2000"/>
          </a:p>
        </p:txBody>
      </p:sp>
      <p:sp>
        <p:nvSpPr>
          <p:cNvPr id="4" name="Text Placeholder 3">
            <a:extLst>
              <a:ext uri="{FF2B5EF4-FFF2-40B4-BE49-F238E27FC236}">
                <a16:creationId xmlns:a16="http://schemas.microsoft.com/office/drawing/2014/main" id="{6C42FEF9-96D8-6D23-7843-1A00760E9344}"/>
              </a:ext>
            </a:extLst>
          </p:cNvPr>
          <p:cNvSpPr>
            <a:spLocks noGrp="1"/>
          </p:cNvSpPr>
          <p:nvPr>
            <p:ph type="body" idx="1"/>
          </p:nvPr>
        </p:nvSpPr>
        <p:spPr>
          <a:xfrm>
            <a:off x="723361" y="702973"/>
            <a:ext cx="10574318" cy="823912"/>
          </a:xfrm>
        </p:spPr>
        <p:txBody>
          <a:bodyPr>
            <a:normAutofit/>
          </a:bodyPr>
          <a:lstStyle/>
          <a:p>
            <a:pPr algn="ctr"/>
            <a:r>
              <a:rPr lang="en-US" sz="3200"/>
              <a:t>Query 1 (Using WHERE) and Query 2 (Using JOIN)</a:t>
            </a:r>
            <a:endParaRPr lang="en-US" sz="3200" b="0"/>
          </a:p>
        </p:txBody>
      </p:sp>
      <p:cxnSp>
        <p:nvCxnSpPr>
          <p:cNvPr id="14" name="Straight Arrow Connector 13">
            <a:extLst>
              <a:ext uri="{FF2B5EF4-FFF2-40B4-BE49-F238E27FC236}">
                <a16:creationId xmlns:a16="http://schemas.microsoft.com/office/drawing/2014/main" id="{C29E1975-FDBB-CF7E-E9D6-5E9A66660503}"/>
              </a:ext>
            </a:extLst>
          </p:cNvPr>
          <p:cNvCxnSpPr/>
          <p:nvPr/>
        </p:nvCxnSpPr>
        <p:spPr>
          <a:xfrm>
            <a:off x="634685" y="4684580"/>
            <a:ext cx="11394226" cy="57429"/>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49EC744D-A380-D5E5-DC3D-CB9E697B87E1}"/>
              </a:ext>
            </a:extLst>
          </p:cNvPr>
          <p:cNvPicPr>
            <a:picLocks noChangeAspect="1"/>
          </p:cNvPicPr>
          <p:nvPr/>
        </p:nvPicPr>
        <p:blipFill>
          <a:blip r:embed="rId2"/>
          <a:srcRect t="56303" r="-158" b="214"/>
          <a:stretch>
            <a:fillRect/>
          </a:stretch>
        </p:blipFill>
        <p:spPr>
          <a:xfrm>
            <a:off x="631523" y="3110819"/>
            <a:ext cx="8776013" cy="1448500"/>
          </a:xfrm>
          <a:prstGeom prst="rect">
            <a:avLst/>
          </a:prstGeom>
        </p:spPr>
      </p:pic>
      <p:pic>
        <p:nvPicPr>
          <p:cNvPr id="16" name="Picture 15">
            <a:extLst>
              <a:ext uri="{FF2B5EF4-FFF2-40B4-BE49-F238E27FC236}">
                <a16:creationId xmlns:a16="http://schemas.microsoft.com/office/drawing/2014/main" id="{10AD46F2-91A5-16F0-77D1-2E7749635F31}"/>
              </a:ext>
            </a:extLst>
          </p:cNvPr>
          <p:cNvPicPr>
            <a:picLocks noChangeAspect="1"/>
          </p:cNvPicPr>
          <p:nvPr/>
        </p:nvPicPr>
        <p:blipFill>
          <a:blip r:embed="rId3"/>
          <a:srcRect l="33" r="173" b="5555"/>
          <a:stretch>
            <a:fillRect/>
          </a:stretch>
        </p:blipFill>
        <p:spPr>
          <a:xfrm>
            <a:off x="630570" y="5287509"/>
            <a:ext cx="11398493" cy="1011759"/>
          </a:xfrm>
          <a:prstGeom prst="rect">
            <a:avLst/>
          </a:prstGeom>
        </p:spPr>
      </p:pic>
    </p:spTree>
    <p:extLst>
      <p:ext uri="{BB962C8B-B14F-4D97-AF65-F5344CB8AC3E}">
        <p14:creationId xmlns:p14="http://schemas.microsoft.com/office/powerpoint/2010/main" val="1542114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34094-2256-F408-E30B-DD4114DF2FD8}"/>
              </a:ext>
            </a:extLst>
          </p:cNvPr>
          <p:cNvSpPr>
            <a:spLocks noGrp="1"/>
          </p:cNvSpPr>
          <p:nvPr>
            <p:ph type="title"/>
          </p:nvPr>
        </p:nvSpPr>
        <p:spPr>
          <a:xfrm>
            <a:off x="1115568" y="548640"/>
            <a:ext cx="10168128" cy="1179576"/>
          </a:xfrm>
        </p:spPr>
        <p:txBody>
          <a:bodyPr anchor="ctr">
            <a:normAutofit/>
          </a:bodyPr>
          <a:lstStyle/>
          <a:p>
            <a:pPr algn="ctr"/>
            <a:r>
              <a:rPr lang="en-US" b="1"/>
              <a:t>Results from Query 1 and Query 2</a:t>
            </a:r>
          </a:p>
        </p:txBody>
      </p:sp>
      <p:pic>
        <p:nvPicPr>
          <p:cNvPr id="8" name="Content Placeholder 7">
            <a:extLst>
              <a:ext uri="{FF2B5EF4-FFF2-40B4-BE49-F238E27FC236}">
                <a16:creationId xmlns:a16="http://schemas.microsoft.com/office/drawing/2014/main" id="{984E12BA-D848-DD88-A478-E2B8A68BC624}"/>
              </a:ext>
            </a:extLst>
          </p:cNvPr>
          <p:cNvPicPr>
            <a:picLocks noGrp="1" noChangeAspect="1"/>
          </p:cNvPicPr>
          <p:nvPr>
            <p:ph sz="half" idx="2"/>
          </p:nvPr>
        </p:nvPicPr>
        <p:blipFill>
          <a:blip r:embed="rId2"/>
          <a:stretch>
            <a:fillRect/>
          </a:stretch>
        </p:blipFill>
        <p:spPr>
          <a:xfrm>
            <a:off x="4544214" y="2467661"/>
            <a:ext cx="3316060" cy="3158520"/>
          </a:xfrm>
          <a:prstGeom prst="rect">
            <a:avLst/>
          </a:prstGeom>
          <a:ln w="57150">
            <a:solidFill>
              <a:schemeClr val="accent1"/>
            </a:solidFill>
          </a:ln>
        </p:spPr>
      </p:pic>
      <p:sp>
        <p:nvSpPr>
          <p:cNvPr id="4" name="Date Placeholder 3">
            <a:extLst>
              <a:ext uri="{FF2B5EF4-FFF2-40B4-BE49-F238E27FC236}">
                <a16:creationId xmlns:a16="http://schemas.microsoft.com/office/drawing/2014/main" id="{6D88E540-7DBD-4FD7-31A9-90A80538257F}"/>
              </a:ext>
            </a:extLst>
          </p:cNvPr>
          <p:cNvSpPr>
            <a:spLocks noGrp="1"/>
          </p:cNvSpPr>
          <p:nvPr>
            <p:ph type="dt" sz="half" idx="10"/>
          </p:nvPr>
        </p:nvSpPr>
        <p:spPr>
          <a:xfrm>
            <a:off x="1115568" y="6356350"/>
            <a:ext cx="2743200" cy="365125"/>
          </a:xfrm>
        </p:spPr>
        <p:txBody>
          <a:bodyPr anchor="ctr">
            <a:normAutofit/>
          </a:bodyPr>
          <a:lstStyle/>
          <a:p>
            <a:pPr>
              <a:spcAft>
                <a:spcPts val="600"/>
              </a:spcAft>
            </a:pPr>
            <a:fld id="{A6C69A18-68CD-4257-85EB-514F16DCDF55}" type="datetime1">
              <a:pPr>
                <a:spcAft>
                  <a:spcPts val="600"/>
                </a:spcAft>
              </a:pPr>
              <a:t>4/2/2026</a:t>
            </a:fld>
            <a:endParaRPr lang="en-US"/>
          </a:p>
        </p:txBody>
      </p:sp>
      <p:sp>
        <p:nvSpPr>
          <p:cNvPr id="6" name="Slide Number Placeholder 5">
            <a:extLst>
              <a:ext uri="{FF2B5EF4-FFF2-40B4-BE49-F238E27FC236}">
                <a16:creationId xmlns:a16="http://schemas.microsoft.com/office/drawing/2014/main" id="{73A7EBDA-B45E-5576-88CB-451BF818FB3B}"/>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13</a:t>
            </a:fld>
            <a:endParaRPr lang="en-US"/>
          </a:p>
        </p:txBody>
      </p:sp>
    </p:spTree>
    <p:extLst>
      <p:ext uri="{BB962C8B-B14F-4D97-AF65-F5344CB8AC3E}">
        <p14:creationId xmlns:p14="http://schemas.microsoft.com/office/powerpoint/2010/main" val="287392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81FB2-21B4-2637-FADE-713BC6197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0E084-5B2A-66C6-9507-0B8F2D17CB86}"/>
              </a:ext>
            </a:extLst>
          </p:cNvPr>
          <p:cNvSpPr>
            <a:spLocks noGrp="1"/>
          </p:cNvSpPr>
          <p:nvPr>
            <p:ph type="title"/>
          </p:nvPr>
        </p:nvSpPr>
        <p:spPr>
          <a:xfrm>
            <a:off x="615749" y="1848523"/>
            <a:ext cx="11064243" cy="5011987"/>
          </a:xfrm>
        </p:spPr>
        <p:txBody>
          <a:bodyPr vert="horz" lIns="91440" tIns="45720" rIns="91440" bIns="45720" rtlCol="0" anchor="ctr">
            <a:noAutofit/>
          </a:bodyPr>
          <a:lstStyle/>
          <a:p>
            <a:pPr>
              <a:lnSpc>
                <a:spcPct val="110000"/>
              </a:lnSpc>
              <a:spcBef>
                <a:spcPts val="1000"/>
              </a:spcBef>
            </a:pPr>
            <a:r>
              <a:rPr lang="en-US" sz="2000" b="1"/>
              <a:t>Query 3:</a:t>
            </a:r>
            <a:r>
              <a:rPr lang="en-US" sz="2000"/>
              <a:t> Get a list of country names and a count of the cities that are in that country. Name the count column “</a:t>
            </a:r>
            <a:r>
              <a:rPr lang="en-US" sz="2000" err="1"/>
              <a:t>num_cities</a:t>
            </a:r>
            <a:r>
              <a:rPr lang="en-US" sz="2000"/>
              <a:t>”. Order the results alphabetically (ascending). Use the WHERE clause to join the tables.</a:t>
            </a:r>
            <a:br>
              <a:rPr lang="en-US" sz="2000"/>
            </a:br>
            <a:br>
              <a:rPr lang="en-US" sz="2000"/>
            </a:br>
            <a:br>
              <a:rPr lang="en-US" sz="2000"/>
            </a:br>
            <a:br>
              <a:rPr lang="en-US" sz="2000"/>
            </a:br>
            <a:endParaRPr lang="en-US" sz="2000"/>
          </a:p>
          <a:p>
            <a:pPr>
              <a:lnSpc>
                <a:spcPct val="110000"/>
              </a:lnSpc>
              <a:spcBef>
                <a:spcPts val="1000"/>
              </a:spcBef>
            </a:pPr>
            <a:br>
              <a:rPr lang="en-US" sz="2000" b="1"/>
            </a:br>
            <a:r>
              <a:rPr lang="en-US" sz="2000" b="1"/>
              <a:t>Query 4:</a:t>
            </a:r>
            <a:r>
              <a:rPr lang="en-US" sz="2000"/>
              <a:t> Repeat the query above using a JOIN clause instead of the WHERE clause.</a:t>
            </a:r>
            <a:br>
              <a:rPr lang="en-US" sz="2000"/>
            </a:br>
            <a:br>
              <a:rPr lang="en-US" sz="2000"/>
            </a:br>
            <a:br>
              <a:rPr lang="en-US" sz="2000"/>
            </a:br>
            <a:br>
              <a:rPr lang="en-US" sz="2000"/>
            </a:br>
            <a:endParaRPr lang="en-US" sz="2000"/>
          </a:p>
        </p:txBody>
      </p:sp>
      <p:sp>
        <p:nvSpPr>
          <p:cNvPr id="4" name="Text Placeholder 3">
            <a:extLst>
              <a:ext uri="{FF2B5EF4-FFF2-40B4-BE49-F238E27FC236}">
                <a16:creationId xmlns:a16="http://schemas.microsoft.com/office/drawing/2014/main" id="{F227E518-2A21-657B-EE0E-08073203127D}"/>
              </a:ext>
            </a:extLst>
          </p:cNvPr>
          <p:cNvSpPr>
            <a:spLocks noGrp="1"/>
          </p:cNvSpPr>
          <p:nvPr>
            <p:ph type="body" idx="1"/>
          </p:nvPr>
        </p:nvSpPr>
        <p:spPr>
          <a:xfrm>
            <a:off x="723361" y="702973"/>
            <a:ext cx="10574318" cy="823912"/>
          </a:xfrm>
        </p:spPr>
        <p:txBody>
          <a:bodyPr>
            <a:normAutofit/>
          </a:bodyPr>
          <a:lstStyle/>
          <a:p>
            <a:pPr algn="ctr"/>
            <a:r>
              <a:rPr lang="en-US" sz="3200"/>
              <a:t>Query 3 (Using WHERE) and Query 4 (Using JOIN)</a:t>
            </a:r>
            <a:endParaRPr lang="en-US" sz="3200" b="0"/>
          </a:p>
        </p:txBody>
      </p:sp>
      <p:pic>
        <p:nvPicPr>
          <p:cNvPr id="3" name="Picture 2" descr="A white background with black and red text&#10;&#10;AI-generated content may be incorrect.">
            <a:extLst>
              <a:ext uri="{FF2B5EF4-FFF2-40B4-BE49-F238E27FC236}">
                <a16:creationId xmlns:a16="http://schemas.microsoft.com/office/drawing/2014/main" id="{ED944216-49D2-8FD1-B128-60F29892A6C8}"/>
              </a:ext>
            </a:extLst>
          </p:cNvPr>
          <p:cNvPicPr>
            <a:picLocks noChangeAspect="1"/>
          </p:cNvPicPr>
          <p:nvPr/>
        </p:nvPicPr>
        <p:blipFill>
          <a:blip r:embed="rId2"/>
          <a:srcRect l="92" r="1496" b="-725"/>
          <a:stretch>
            <a:fillRect/>
          </a:stretch>
        </p:blipFill>
        <p:spPr>
          <a:xfrm>
            <a:off x="726361" y="3120277"/>
            <a:ext cx="4423292" cy="1558747"/>
          </a:xfrm>
          <a:prstGeom prst="rect">
            <a:avLst/>
          </a:prstGeom>
        </p:spPr>
      </p:pic>
      <p:pic>
        <p:nvPicPr>
          <p:cNvPr id="5" name="Picture 4" descr="A computer screen shot of a website&#10;&#10;AI-generated content may be incorrect.">
            <a:extLst>
              <a:ext uri="{FF2B5EF4-FFF2-40B4-BE49-F238E27FC236}">
                <a16:creationId xmlns:a16="http://schemas.microsoft.com/office/drawing/2014/main" id="{C4E7CC80-CD95-9116-15B8-A9E227ED42AC}"/>
              </a:ext>
            </a:extLst>
          </p:cNvPr>
          <p:cNvPicPr>
            <a:picLocks noChangeAspect="1"/>
          </p:cNvPicPr>
          <p:nvPr/>
        </p:nvPicPr>
        <p:blipFill>
          <a:blip r:embed="rId3"/>
          <a:srcRect l="48" r="1049" b="1887"/>
          <a:stretch>
            <a:fillRect/>
          </a:stretch>
        </p:blipFill>
        <p:spPr>
          <a:xfrm>
            <a:off x="725289" y="5387509"/>
            <a:ext cx="6340577" cy="1159365"/>
          </a:xfrm>
          <a:prstGeom prst="rect">
            <a:avLst/>
          </a:prstGeom>
        </p:spPr>
      </p:pic>
      <p:cxnSp>
        <p:nvCxnSpPr>
          <p:cNvPr id="7" name="Straight Arrow Connector 6">
            <a:extLst>
              <a:ext uri="{FF2B5EF4-FFF2-40B4-BE49-F238E27FC236}">
                <a16:creationId xmlns:a16="http://schemas.microsoft.com/office/drawing/2014/main" id="{222C5A7D-F45D-597E-C3B5-FE951BE5E80A}"/>
              </a:ext>
            </a:extLst>
          </p:cNvPr>
          <p:cNvCxnSpPr/>
          <p:nvPr/>
        </p:nvCxnSpPr>
        <p:spPr>
          <a:xfrm>
            <a:off x="612273" y="4796639"/>
            <a:ext cx="11394226" cy="57429"/>
          </a:xfrm>
          <a:prstGeom prst="straightConnector1">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9234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C8044-E428-B368-B27C-3B633B39BC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00B99-97CD-58F8-9FC8-C4CB0643AFE8}"/>
              </a:ext>
            </a:extLst>
          </p:cNvPr>
          <p:cNvSpPr>
            <a:spLocks noGrp="1"/>
          </p:cNvSpPr>
          <p:nvPr>
            <p:ph type="title"/>
          </p:nvPr>
        </p:nvSpPr>
        <p:spPr>
          <a:xfrm>
            <a:off x="1115568" y="548640"/>
            <a:ext cx="10168128" cy="1179576"/>
          </a:xfrm>
        </p:spPr>
        <p:txBody>
          <a:bodyPr anchor="ctr">
            <a:normAutofit/>
          </a:bodyPr>
          <a:lstStyle/>
          <a:p>
            <a:pPr algn="ctr"/>
            <a:r>
              <a:rPr lang="en-US" b="1"/>
              <a:t>Results from Query 3 and Query 4</a:t>
            </a:r>
          </a:p>
        </p:txBody>
      </p:sp>
      <p:sp>
        <p:nvSpPr>
          <p:cNvPr id="4" name="Date Placeholder 3">
            <a:extLst>
              <a:ext uri="{FF2B5EF4-FFF2-40B4-BE49-F238E27FC236}">
                <a16:creationId xmlns:a16="http://schemas.microsoft.com/office/drawing/2014/main" id="{38AA524F-E617-4F6B-1340-4941388CC1EA}"/>
              </a:ext>
            </a:extLst>
          </p:cNvPr>
          <p:cNvSpPr>
            <a:spLocks noGrp="1"/>
          </p:cNvSpPr>
          <p:nvPr>
            <p:ph type="dt" sz="half" idx="10"/>
          </p:nvPr>
        </p:nvSpPr>
        <p:spPr>
          <a:xfrm>
            <a:off x="1115568" y="6356350"/>
            <a:ext cx="2743200" cy="365125"/>
          </a:xfrm>
        </p:spPr>
        <p:txBody>
          <a:bodyPr anchor="ctr">
            <a:normAutofit/>
          </a:bodyPr>
          <a:lstStyle/>
          <a:p>
            <a:pPr>
              <a:spcAft>
                <a:spcPts val="600"/>
              </a:spcAft>
            </a:pPr>
            <a:fld id="{A6C69A18-68CD-4257-85EB-514F16DCDF55}" type="datetime1">
              <a:pPr>
                <a:spcAft>
                  <a:spcPts val="600"/>
                </a:spcAft>
              </a:pPr>
              <a:t>4/2/2026</a:t>
            </a:fld>
            <a:endParaRPr lang="en-US"/>
          </a:p>
        </p:txBody>
      </p:sp>
      <p:sp>
        <p:nvSpPr>
          <p:cNvPr id="6" name="Slide Number Placeholder 5">
            <a:extLst>
              <a:ext uri="{FF2B5EF4-FFF2-40B4-BE49-F238E27FC236}">
                <a16:creationId xmlns:a16="http://schemas.microsoft.com/office/drawing/2014/main" id="{C6C5AB00-948A-E989-55CB-89475FE0E345}"/>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15</a:t>
            </a:fld>
            <a:endParaRPr lang="en-US"/>
          </a:p>
        </p:txBody>
      </p:sp>
      <p:pic>
        <p:nvPicPr>
          <p:cNvPr id="7" name="Content Placeholder 6" descr="A screenshot of a computer&#10;&#10;AI-generated content may be incorrect.">
            <a:extLst>
              <a:ext uri="{FF2B5EF4-FFF2-40B4-BE49-F238E27FC236}">
                <a16:creationId xmlns:a16="http://schemas.microsoft.com/office/drawing/2014/main" id="{5FED55DB-802B-98BE-F681-AEA64A112C6B}"/>
              </a:ext>
            </a:extLst>
          </p:cNvPr>
          <p:cNvPicPr>
            <a:picLocks noGrp="1" noChangeAspect="1"/>
          </p:cNvPicPr>
          <p:nvPr>
            <p:ph sz="half" idx="2"/>
          </p:nvPr>
        </p:nvPicPr>
        <p:blipFill>
          <a:blip r:embed="rId2"/>
          <a:srcRect l="1329" r="-332" b="-353"/>
          <a:stretch>
            <a:fillRect/>
          </a:stretch>
        </p:blipFill>
        <p:spPr>
          <a:xfrm>
            <a:off x="4417908" y="2489028"/>
            <a:ext cx="3347678" cy="3190342"/>
          </a:xfrm>
          <a:prstGeom prst="rect">
            <a:avLst/>
          </a:prstGeom>
          <a:ln w="57150">
            <a:solidFill>
              <a:schemeClr val="accent1"/>
            </a:solidFill>
          </a:ln>
        </p:spPr>
      </p:pic>
    </p:spTree>
    <p:extLst>
      <p:ext uri="{BB962C8B-B14F-4D97-AF65-F5344CB8AC3E}">
        <p14:creationId xmlns:p14="http://schemas.microsoft.com/office/powerpoint/2010/main" val="361051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35A9E-799C-37D8-A0F0-EF2B97266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3F321-3F58-D1BC-01AC-A9EB4CB0073C}"/>
              </a:ext>
            </a:extLst>
          </p:cNvPr>
          <p:cNvSpPr>
            <a:spLocks noGrp="1"/>
          </p:cNvSpPr>
          <p:nvPr>
            <p:ph type="title"/>
          </p:nvPr>
        </p:nvSpPr>
        <p:spPr>
          <a:xfrm>
            <a:off x="615749" y="2029951"/>
            <a:ext cx="11064243" cy="4830559"/>
          </a:xfrm>
        </p:spPr>
        <p:txBody>
          <a:bodyPr vert="horz" lIns="91440" tIns="45720" rIns="91440" bIns="45720" rtlCol="0" anchor="ctr">
            <a:noAutofit/>
          </a:bodyPr>
          <a:lstStyle/>
          <a:p>
            <a:pPr>
              <a:lnSpc>
                <a:spcPct val="110000"/>
              </a:lnSpc>
              <a:spcBef>
                <a:spcPts val="1000"/>
              </a:spcBef>
            </a:pPr>
            <a:r>
              <a:rPr lang="en-US" sz="2000" b="1"/>
              <a:t>Query 5:</a:t>
            </a:r>
            <a:r>
              <a:rPr lang="en-US" sz="2000"/>
              <a:t> Get a list of each customer’s last name and first name and the number of rentals they have. Name the count column “</a:t>
            </a:r>
            <a:r>
              <a:rPr lang="en-US" sz="2000" err="1"/>
              <a:t>num_rentals</a:t>
            </a:r>
            <a:r>
              <a:rPr lang="en-US" sz="2000"/>
              <a:t>”. Order the result by the number of rentals in descending order. The highest number of rentals should be at the top. Sort any ties (same number of rentals) by last name (ascending). Use the WHERE clause to join the tables..</a:t>
            </a:r>
            <a:br>
              <a:rPr lang="en-US" sz="2000"/>
            </a:br>
            <a:br>
              <a:rPr lang="en-US" sz="2000"/>
            </a:br>
            <a:br>
              <a:rPr lang="en-US" sz="2000"/>
            </a:br>
            <a:br>
              <a:rPr lang="en-US" sz="2000"/>
            </a:br>
            <a:endParaRPr lang="en-US" sz="2000"/>
          </a:p>
          <a:p>
            <a:pPr>
              <a:lnSpc>
                <a:spcPct val="110000"/>
              </a:lnSpc>
              <a:spcBef>
                <a:spcPts val="1000"/>
              </a:spcBef>
            </a:pPr>
            <a:br>
              <a:rPr lang="en-US" sz="2000" b="1"/>
            </a:br>
            <a:r>
              <a:rPr lang="en-US" sz="2000" b="1"/>
              <a:t>Query 6:</a:t>
            </a:r>
            <a:r>
              <a:rPr lang="en-US" sz="2000"/>
              <a:t> Repeat the query above using a JOIN clause instead of the WHERE clause.</a:t>
            </a:r>
            <a:br>
              <a:rPr lang="en-US" sz="2000"/>
            </a:br>
            <a:br>
              <a:rPr lang="en-US" sz="2000"/>
            </a:br>
            <a:br>
              <a:rPr lang="en-US" sz="2000"/>
            </a:br>
            <a:br>
              <a:rPr lang="en-US" sz="2000"/>
            </a:br>
            <a:endParaRPr lang="en-US" sz="2000"/>
          </a:p>
        </p:txBody>
      </p:sp>
      <p:sp>
        <p:nvSpPr>
          <p:cNvPr id="4" name="Text Placeholder 3">
            <a:extLst>
              <a:ext uri="{FF2B5EF4-FFF2-40B4-BE49-F238E27FC236}">
                <a16:creationId xmlns:a16="http://schemas.microsoft.com/office/drawing/2014/main" id="{6B123DBA-C895-8B1B-7DDD-5D9885808FB2}"/>
              </a:ext>
            </a:extLst>
          </p:cNvPr>
          <p:cNvSpPr>
            <a:spLocks noGrp="1"/>
          </p:cNvSpPr>
          <p:nvPr>
            <p:ph type="body" idx="1"/>
          </p:nvPr>
        </p:nvSpPr>
        <p:spPr>
          <a:xfrm>
            <a:off x="723361" y="702973"/>
            <a:ext cx="10574318" cy="823912"/>
          </a:xfrm>
        </p:spPr>
        <p:txBody>
          <a:bodyPr>
            <a:normAutofit/>
          </a:bodyPr>
          <a:lstStyle/>
          <a:p>
            <a:pPr algn="ctr"/>
            <a:r>
              <a:rPr lang="en-US" sz="3200"/>
              <a:t>Query 5 (Using WHERE) and Query 6 (Using JOIN)</a:t>
            </a:r>
            <a:endParaRPr lang="en-US" sz="3200" b="0"/>
          </a:p>
        </p:txBody>
      </p:sp>
      <p:cxnSp>
        <p:nvCxnSpPr>
          <p:cNvPr id="7" name="Straight Arrow Connector 6">
            <a:extLst>
              <a:ext uri="{FF2B5EF4-FFF2-40B4-BE49-F238E27FC236}">
                <a16:creationId xmlns:a16="http://schemas.microsoft.com/office/drawing/2014/main" id="{04557D1C-7EB4-16F6-DC3F-3ADF1A213167}"/>
              </a:ext>
            </a:extLst>
          </p:cNvPr>
          <p:cNvCxnSpPr/>
          <p:nvPr/>
        </p:nvCxnSpPr>
        <p:spPr>
          <a:xfrm>
            <a:off x="612273" y="5108981"/>
            <a:ext cx="11394226" cy="57429"/>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6" name="Picture 5" descr="A computer code with text&#10;&#10;AI-generated content may be incorrect.">
            <a:extLst>
              <a:ext uri="{FF2B5EF4-FFF2-40B4-BE49-F238E27FC236}">
                <a16:creationId xmlns:a16="http://schemas.microsoft.com/office/drawing/2014/main" id="{A3AFDD7A-76C2-5EB4-8E77-60EC487DE34E}"/>
              </a:ext>
            </a:extLst>
          </p:cNvPr>
          <p:cNvPicPr>
            <a:picLocks noChangeAspect="1"/>
          </p:cNvPicPr>
          <p:nvPr/>
        </p:nvPicPr>
        <p:blipFill>
          <a:blip r:embed="rId2"/>
          <a:srcRect r="23842" b="52651"/>
          <a:stretch>
            <a:fillRect/>
          </a:stretch>
        </p:blipFill>
        <p:spPr>
          <a:xfrm>
            <a:off x="726982" y="3428368"/>
            <a:ext cx="6011164" cy="1551956"/>
          </a:xfrm>
          <a:prstGeom prst="rect">
            <a:avLst/>
          </a:prstGeom>
        </p:spPr>
      </p:pic>
      <p:pic>
        <p:nvPicPr>
          <p:cNvPr id="9" name="Picture 8">
            <a:extLst>
              <a:ext uri="{FF2B5EF4-FFF2-40B4-BE49-F238E27FC236}">
                <a16:creationId xmlns:a16="http://schemas.microsoft.com/office/drawing/2014/main" id="{7129F213-A18F-06DD-BA7B-FB78D677206A}"/>
              </a:ext>
            </a:extLst>
          </p:cNvPr>
          <p:cNvPicPr>
            <a:picLocks noChangeAspect="1"/>
          </p:cNvPicPr>
          <p:nvPr/>
        </p:nvPicPr>
        <p:blipFill>
          <a:blip r:embed="rId3"/>
          <a:srcRect l="-64"/>
          <a:stretch>
            <a:fillRect/>
          </a:stretch>
        </p:blipFill>
        <p:spPr>
          <a:xfrm>
            <a:off x="724462" y="5570044"/>
            <a:ext cx="6850662" cy="1146367"/>
          </a:xfrm>
          <a:prstGeom prst="rect">
            <a:avLst/>
          </a:prstGeom>
        </p:spPr>
      </p:pic>
    </p:spTree>
    <p:extLst>
      <p:ext uri="{BB962C8B-B14F-4D97-AF65-F5344CB8AC3E}">
        <p14:creationId xmlns:p14="http://schemas.microsoft.com/office/powerpoint/2010/main" val="1662403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B941B-F315-E312-5A41-F30EDFDE7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D29D1-F800-4868-EA6C-8DEA1689C721}"/>
              </a:ext>
            </a:extLst>
          </p:cNvPr>
          <p:cNvSpPr>
            <a:spLocks noGrp="1"/>
          </p:cNvSpPr>
          <p:nvPr>
            <p:ph type="title"/>
          </p:nvPr>
        </p:nvSpPr>
        <p:spPr>
          <a:xfrm>
            <a:off x="1115568" y="548640"/>
            <a:ext cx="10168128" cy="1179576"/>
          </a:xfrm>
        </p:spPr>
        <p:txBody>
          <a:bodyPr anchor="ctr">
            <a:normAutofit/>
          </a:bodyPr>
          <a:lstStyle/>
          <a:p>
            <a:pPr algn="ctr"/>
            <a:r>
              <a:rPr lang="en-US" b="1"/>
              <a:t>Results from Query 5 and Query 6</a:t>
            </a:r>
          </a:p>
        </p:txBody>
      </p:sp>
      <p:sp>
        <p:nvSpPr>
          <p:cNvPr id="4" name="Date Placeholder 3">
            <a:extLst>
              <a:ext uri="{FF2B5EF4-FFF2-40B4-BE49-F238E27FC236}">
                <a16:creationId xmlns:a16="http://schemas.microsoft.com/office/drawing/2014/main" id="{292405AC-FE33-90B1-A38B-01DB4C961D0A}"/>
              </a:ext>
            </a:extLst>
          </p:cNvPr>
          <p:cNvSpPr>
            <a:spLocks noGrp="1"/>
          </p:cNvSpPr>
          <p:nvPr>
            <p:ph type="dt" sz="half" idx="10"/>
          </p:nvPr>
        </p:nvSpPr>
        <p:spPr>
          <a:xfrm>
            <a:off x="1115568" y="6356350"/>
            <a:ext cx="2743200" cy="365125"/>
          </a:xfrm>
        </p:spPr>
        <p:txBody>
          <a:bodyPr anchor="ctr">
            <a:normAutofit/>
          </a:bodyPr>
          <a:lstStyle/>
          <a:p>
            <a:pPr>
              <a:spcAft>
                <a:spcPts val="600"/>
              </a:spcAft>
            </a:pPr>
            <a:fld id="{A6C69A18-68CD-4257-85EB-514F16DCDF55}" type="datetime1">
              <a:pPr>
                <a:spcAft>
                  <a:spcPts val="600"/>
                </a:spcAft>
              </a:pPr>
              <a:t>4/2/2026</a:t>
            </a:fld>
            <a:endParaRPr lang="en-US"/>
          </a:p>
        </p:txBody>
      </p:sp>
      <p:sp>
        <p:nvSpPr>
          <p:cNvPr id="6" name="Slide Number Placeholder 5">
            <a:extLst>
              <a:ext uri="{FF2B5EF4-FFF2-40B4-BE49-F238E27FC236}">
                <a16:creationId xmlns:a16="http://schemas.microsoft.com/office/drawing/2014/main" id="{E42496E7-EEED-4B78-1A04-6EDD0606FD1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17</a:t>
            </a:fld>
            <a:endParaRPr lang="en-US"/>
          </a:p>
        </p:txBody>
      </p:sp>
      <p:pic>
        <p:nvPicPr>
          <p:cNvPr id="8" name="Content Placeholder 7" descr="A screenshot of a computer&#10;&#10;AI-generated content may be incorrect.">
            <a:extLst>
              <a:ext uri="{FF2B5EF4-FFF2-40B4-BE49-F238E27FC236}">
                <a16:creationId xmlns:a16="http://schemas.microsoft.com/office/drawing/2014/main" id="{747FFB93-97FD-9462-D3EF-C4BFFDB784E9}"/>
              </a:ext>
            </a:extLst>
          </p:cNvPr>
          <p:cNvPicPr>
            <a:picLocks noGrp="1" noChangeAspect="1"/>
          </p:cNvPicPr>
          <p:nvPr>
            <p:ph sz="half" idx="2"/>
          </p:nvPr>
        </p:nvPicPr>
        <p:blipFill>
          <a:blip r:embed="rId2"/>
          <a:stretch>
            <a:fillRect/>
          </a:stretch>
        </p:blipFill>
        <p:spPr>
          <a:xfrm>
            <a:off x="4235812" y="2524046"/>
            <a:ext cx="3734360" cy="2784101"/>
          </a:xfrm>
          <a:prstGeom prst="rect">
            <a:avLst/>
          </a:prstGeom>
          <a:ln w="57150">
            <a:solidFill>
              <a:schemeClr val="accent1"/>
            </a:solidFill>
          </a:ln>
        </p:spPr>
      </p:pic>
    </p:spTree>
    <p:extLst>
      <p:ext uri="{BB962C8B-B14F-4D97-AF65-F5344CB8AC3E}">
        <p14:creationId xmlns:p14="http://schemas.microsoft.com/office/powerpoint/2010/main" val="4052246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A0BE1-908E-1868-A4B8-2E956D9838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B9868-6D12-3E20-E02E-55C12A795CC6}"/>
              </a:ext>
            </a:extLst>
          </p:cNvPr>
          <p:cNvSpPr>
            <a:spLocks noGrp="1"/>
          </p:cNvSpPr>
          <p:nvPr>
            <p:ph type="title"/>
          </p:nvPr>
        </p:nvSpPr>
        <p:spPr>
          <a:xfrm>
            <a:off x="706285" y="2056455"/>
            <a:ext cx="11320200" cy="4927320"/>
          </a:xfrm>
        </p:spPr>
        <p:txBody>
          <a:bodyPr vert="horz" lIns="91440" tIns="45720" rIns="91440" bIns="45720" rtlCol="0" anchor="ctr">
            <a:noAutofit/>
          </a:bodyPr>
          <a:lstStyle/>
          <a:p>
            <a:pPr>
              <a:lnSpc>
                <a:spcPct val="110000"/>
              </a:lnSpc>
              <a:spcBef>
                <a:spcPts val="1000"/>
              </a:spcBef>
            </a:pPr>
            <a:r>
              <a:rPr lang="en-US" sz="2000" b="1"/>
              <a:t>Query 7:</a:t>
            </a:r>
            <a:r>
              <a:rPr lang="en-US" sz="2000"/>
              <a:t> Get a list of each customer’s last name and first name and the amount of money they have spent on rentals. Name the sum column “</a:t>
            </a:r>
            <a:r>
              <a:rPr lang="en-US" sz="2000" err="1"/>
              <a:t>total_spent</a:t>
            </a:r>
            <a:r>
              <a:rPr lang="en-US" sz="2000"/>
              <a:t>”. Order the result by the amount in descending order. The highest amount of money spent should be at the top. Sort any ties (amount of money spent) by last name (ascending). Use the JOIN clause for this query.</a:t>
            </a:r>
            <a:br>
              <a:rPr lang="en-US" sz="2000"/>
            </a:br>
            <a:br>
              <a:rPr lang="en-US" sz="2000"/>
            </a:br>
            <a:br>
              <a:rPr lang="en-US" sz="2000"/>
            </a:br>
            <a:br>
              <a:rPr lang="en-US" sz="2000"/>
            </a:br>
            <a:endParaRPr lang="en-US" sz="2000"/>
          </a:p>
          <a:p>
            <a:pPr>
              <a:lnSpc>
                <a:spcPct val="110000"/>
              </a:lnSpc>
              <a:spcBef>
                <a:spcPts val="1000"/>
              </a:spcBef>
            </a:pPr>
            <a:r>
              <a:rPr lang="en-US" sz="2000" b="1"/>
              <a:t>Query 8:</a:t>
            </a:r>
            <a:r>
              <a:rPr lang="en-US" sz="2000"/>
              <a:t> Get the number of actors in each film. Order the results (ascending) by the film title and name the column with the actor count “</a:t>
            </a:r>
            <a:r>
              <a:rPr lang="en-US" sz="2000" err="1"/>
              <a:t>num_actors</a:t>
            </a:r>
            <a:r>
              <a:rPr lang="en-US" sz="2000"/>
              <a:t>”..</a:t>
            </a:r>
            <a:br>
              <a:rPr lang="en-US" sz="2000"/>
            </a:br>
            <a:br>
              <a:rPr lang="en-US" sz="2000"/>
            </a:br>
            <a:br>
              <a:rPr lang="en-US" sz="2000"/>
            </a:br>
            <a:br>
              <a:rPr lang="en-US" sz="2000"/>
            </a:br>
            <a:endParaRPr lang="en-US" sz="2000"/>
          </a:p>
        </p:txBody>
      </p:sp>
      <p:sp>
        <p:nvSpPr>
          <p:cNvPr id="4" name="Text Placeholder 3">
            <a:extLst>
              <a:ext uri="{FF2B5EF4-FFF2-40B4-BE49-F238E27FC236}">
                <a16:creationId xmlns:a16="http://schemas.microsoft.com/office/drawing/2014/main" id="{0748FFC0-1621-1C95-6143-13A09897C8EA}"/>
              </a:ext>
            </a:extLst>
          </p:cNvPr>
          <p:cNvSpPr>
            <a:spLocks noGrp="1"/>
          </p:cNvSpPr>
          <p:nvPr>
            <p:ph type="body" idx="1"/>
          </p:nvPr>
        </p:nvSpPr>
        <p:spPr>
          <a:xfrm>
            <a:off x="723361" y="702973"/>
            <a:ext cx="10574318" cy="823912"/>
          </a:xfrm>
        </p:spPr>
        <p:txBody>
          <a:bodyPr>
            <a:normAutofit/>
          </a:bodyPr>
          <a:lstStyle/>
          <a:p>
            <a:pPr algn="ctr"/>
            <a:r>
              <a:rPr lang="en-US" sz="3200"/>
              <a:t>Query 7 and Query 8</a:t>
            </a:r>
            <a:endParaRPr lang="en-US" sz="3200" b="0"/>
          </a:p>
        </p:txBody>
      </p:sp>
      <p:cxnSp>
        <p:nvCxnSpPr>
          <p:cNvPr id="7" name="Straight Arrow Connector 6">
            <a:extLst>
              <a:ext uri="{FF2B5EF4-FFF2-40B4-BE49-F238E27FC236}">
                <a16:creationId xmlns:a16="http://schemas.microsoft.com/office/drawing/2014/main" id="{95FADE9D-5D24-8D13-2974-6EB2C6DFF675}"/>
              </a:ext>
            </a:extLst>
          </p:cNvPr>
          <p:cNvCxnSpPr/>
          <p:nvPr/>
        </p:nvCxnSpPr>
        <p:spPr>
          <a:xfrm flipV="1">
            <a:off x="713126" y="4774382"/>
            <a:ext cx="11316673" cy="36662"/>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3" name="Picture 2" descr="A screen shot of a computer code&#10;&#10;AI-generated content may be incorrect.">
            <a:extLst>
              <a:ext uri="{FF2B5EF4-FFF2-40B4-BE49-F238E27FC236}">
                <a16:creationId xmlns:a16="http://schemas.microsoft.com/office/drawing/2014/main" id="{2767DF44-BD6F-7751-E47A-EAF4AEDDF2EB}"/>
              </a:ext>
            </a:extLst>
          </p:cNvPr>
          <p:cNvPicPr>
            <a:picLocks noChangeAspect="1"/>
          </p:cNvPicPr>
          <p:nvPr/>
        </p:nvPicPr>
        <p:blipFill>
          <a:blip r:embed="rId2"/>
          <a:srcRect l="37" r="34865" b="65982"/>
          <a:stretch>
            <a:fillRect/>
          </a:stretch>
        </p:blipFill>
        <p:spPr>
          <a:xfrm>
            <a:off x="722348" y="3430989"/>
            <a:ext cx="7020274" cy="1233976"/>
          </a:xfrm>
          <a:prstGeom prst="rect">
            <a:avLst/>
          </a:prstGeom>
        </p:spPr>
      </p:pic>
      <p:pic>
        <p:nvPicPr>
          <p:cNvPr id="5" name="Picture 4" descr="A screen shot of a computer code&#10;&#10;AI-generated content may be incorrect.">
            <a:extLst>
              <a:ext uri="{FF2B5EF4-FFF2-40B4-BE49-F238E27FC236}">
                <a16:creationId xmlns:a16="http://schemas.microsoft.com/office/drawing/2014/main" id="{FFF99E14-E57E-04FB-03E0-F9DA321A23FF}"/>
              </a:ext>
            </a:extLst>
          </p:cNvPr>
          <p:cNvPicPr>
            <a:picLocks noChangeAspect="1"/>
          </p:cNvPicPr>
          <p:nvPr/>
        </p:nvPicPr>
        <p:blipFill>
          <a:blip r:embed="rId2"/>
          <a:srcRect t="66537" r="-124" b="672"/>
          <a:stretch>
            <a:fillRect/>
          </a:stretch>
        </p:blipFill>
        <p:spPr>
          <a:xfrm>
            <a:off x="718297" y="5707206"/>
            <a:ext cx="10457846" cy="1147202"/>
          </a:xfrm>
          <a:prstGeom prst="rect">
            <a:avLst/>
          </a:prstGeom>
        </p:spPr>
      </p:pic>
    </p:spTree>
    <p:extLst>
      <p:ext uri="{BB962C8B-B14F-4D97-AF65-F5344CB8AC3E}">
        <p14:creationId xmlns:p14="http://schemas.microsoft.com/office/powerpoint/2010/main" val="1481038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4C78C-0FF0-6F13-327C-EC012659A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4AD793-7AA0-3A99-74E3-C516AFE4F80B}"/>
              </a:ext>
            </a:extLst>
          </p:cNvPr>
          <p:cNvSpPr>
            <a:spLocks noGrp="1"/>
          </p:cNvSpPr>
          <p:nvPr>
            <p:ph type="title"/>
          </p:nvPr>
        </p:nvSpPr>
        <p:spPr>
          <a:xfrm>
            <a:off x="1115568" y="548640"/>
            <a:ext cx="10168128" cy="1179576"/>
          </a:xfrm>
        </p:spPr>
        <p:txBody>
          <a:bodyPr anchor="ctr">
            <a:normAutofit/>
          </a:bodyPr>
          <a:lstStyle/>
          <a:p>
            <a:pPr algn="ctr"/>
            <a:r>
              <a:rPr lang="en-US" b="1"/>
              <a:t>Results from Query 7 and Query 8</a:t>
            </a:r>
          </a:p>
        </p:txBody>
      </p:sp>
      <p:sp>
        <p:nvSpPr>
          <p:cNvPr id="4" name="Date Placeholder 3">
            <a:extLst>
              <a:ext uri="{FF2B5EF4-FFF2-40B4-BE49-F238E27FC236}">
                <a16:creationId xmlns:a16="http://schemas.microsoft.com/office/drawing/2014/main" id="{4BE76C1A-094D-10BD-7090-D8CE728D58D8}"/>
              </a:ext>
            </a:extLst>
          </p:cNvPr>
          <p:cNvSpPr>
            <a:spLocks noGrp="1"/>
          </p:cNvSpPr>
          <p:nvPr>
            <p:ph type="dt" sz="half" idx="10"/>
          </p:nvPr>
        </p:nvSpPr>
        <p:spPr>
          <a:xfrm>
            <a:off x="1115568" y="6356350"/>
            <a:ext cx="2743200" cy="365125"/>
          </a:xfrm>
        </p:spPr>
        <p:txBody>
          <a:bodyPr anchor="ctr">
            <a:normAutofit/>
          </a:bodyPr>
          <a:lstStyle/>
          <a:p>
            <a:pPr>
              <a:spcAft>
                <a:spcPts val="600"/>
              </a:spcAft>
            </a:pPr>
            <a:fld id="{A6C69A18-68CD-4257-85EB-514F16DCDF55}" type="datetime1">
              <a:pPr>
                <a:spcAft>
                  <a:spcPts val="600"/>
                </a:spcAft>
              </a:pPr>
              <a:t>4/2/2026</a:t>
            </a:fld>
            <a:endParaRPr lang="en-US"/>
          </a:p>
        </p:txBody>
      </p:sp>
      <p:sp>
        <p:nvSpPr>
          <p:cNvPr id="6" name="Slide Number Placeholder 5">
            <a:extLst>
              <a:ext uri="{FF2B5EF4-FFF2-40B4-BE49-F238E27FC236}">
                <a16:creationId xmlns:a16="http://schemas.microsoft.com/office/drawing/2014/main" id="{A4AEB839-9BD5-72AA-104F-EFD71B30CB0E}"/>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19</a:t>
            </a:fld>
            <a:endParaRPr lang="en-US"/>
          </a:p>
        </p:txBody>
      </p:sp>
      <p:pic>
        <p:nvPicPr>
          <p:cNvPr id="7" name="Content Placeholder 6" descr="A screenshot of a computer&#10;&#10;AI-generated content may be incorrect.">
            <a:extLst>
              <a:ext uri="{FF2B5EF4-FFF2-40B4-BE49-F238E27FC236}">
                <a16:creationId xmlns:a16="http://schemas.microsoft.com/office/drawing/2014/main" id="{FF589676-D358-BEF9-5A8C-7B4C571F6892}"/>
              </a:ext>
            </a:extLst>
          </p:cNvPr>
          <p:cNvPicPr>
            <a:picLocks noGrp="1" noChangeAspect="1"/>
          </p:cNvPicPr>
          <p:nvPr>
            <p:ph sz="half" idx="2"/>
          </p:nvPr>
        </p:nvPicPr>
        <p:blipFill>
          <a:blip r:embed="rId2"/>
          <a:stretch>
            <a:fillRect/>
          </a:stretch>
        </p:blipFill>
        <p:spPr>
          <a:xfrm>
            <a:off x="1291747" y="2856860"/>
            <a:ext cx="3750608" cy="2757207"/>
          </a:xfrm>
          <a:prstGeom prst="rect">
            <a:avLst/>
          </a:prstGeom>
          <a:ln w="57150">
            <a:solidFill>
              <a:schemeClr val="accent1"/>
            </a:solidFill>
          </a:ln>
        </p:spPr>
      </p:pic>
      <p:pic>
        <p:nvPicPr>
          <p:cNvPr id="9" name="Picture 8" descr="A screenshot of a computer&#10;&#10;AI-generated content may be incorrect.">
            <a:extLst>
              <a:ext uri="{FF2B5EF4-FFF2-40B4-BE49-F238E27FC236}">
                <a16:creationId xmlns:a16="http://schemas.microsoft.com/office/drawing/2014/main" id="{E0EF9698-FC1F-F87F-8336-C85C50E011D4}"/>
              </a:ext>
            </a:extLst>
          </p:cNvPr>
          <p:cNvPicPr>
            <a:picLocks noChangeAspect="1"/>
          </p:cNvPicPr>
          <p:nvPr/>
        </p:nvPicPr>
        <p:blipFill>
          <a:blip r:embed="rId3"/>
          <a:stretch>
            <a:fillRect/>
          </a:stretch>
        </p:blipFill>
        <p:spPr>
          <a:xfrm>
            <a:off x="7272898" y="2860581"/>
            <a:ext cx="3518086" cy="2761690"/>
          </a:xfrm>
          <a:prstGeom prst="rect">
            <a:avLst/>
          </a:prstGeom>
          <a:ln w="57150">
            <a:solidFill>
              <a:schemeClr val="accent1"/>
            </a:solidFill>
          </a:ln>
        </p:spPr>
      </p:pic>
      <p:sp>
        <p:nvSpPr>
          <p:cNvPr id="10" name="TextBox 9">
            <a:extLst>
              <a:ext uri="{FF2B5EF4-FFF2-40B4-BE49-F238E27FC236}">
                <a16:creationId xmlns:a16="http://schemas.microsoft.com/office/drawing/2014/main" id="{798891D5-56A4-7DC9-2206-CC91E4C7D464}"/>
              </a:ext>
            </a:extLst>
          </p:cNvPr>
          <p:cNvSpPr txBox="1"/>
          <p:nvPr/>
        </p:nvSpPr>
        <p:spPr>
          <a:xfrm>
            <a:off x="1602441" y="2308412"/>
            <a:ext cx="31376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i="0" u="none" strike="noStrike" baseline="0">
                <a:solidFill>
                  <a:srgbClr val="000000"/>
                </a:solidFill>
                <a:latin typeface="Avenir Next LT Pro"/>
              </a:rPr>
              <a:t>Query 7:</a:t>
            </a:r>
            <a:endParaRPr lang="en-US"/>
          </a:p>
        </p:txBody>
      </p:sp>
      <p:sp>
        <p:nvSpPr>
          <p:cNvPr id="11" name="TextBox 10">
            <a:extLst>
              <a:ext uri="{FF2B5EF4-FFF2-40B4-BE49-F238E27FC236}">
                <a16:creationId xmlns:a16="http://schemas.microsoft.com/office/drawing/2014/main" id="{7F41D51D-A867-F6FC-D94B-AC791FA78DE0}"/>
              </a:ext>
            </a:extLst>
          </p:cNvPr>
          <p:cNvSpPr txBox="1"/>
          <p:nvPr/>
        </p:nvSpPr>
        <p:spPr>
          <a:xfrm>
            <a:off x="7463117" y="2308412"/>
            <a:ext cx="31376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i="0" u="none" strike="noStrike" baseline="0">
                <a:solidFill>
                  <a:srgbClr val="000000"/>
                </a:solidFill>
                <a:latin typeface="Avenir Next LT Pro"/>
              </a:rPr>
              <a:t>Query </a:t>
            </a:r>
            <a:r>
              <a:rPr lang="en-US" sz="2000" b="1">
                <a:solidFill>
                  <a:srgbClr val="000000"/>
                </a:solidFill>
                <a:latin typeface="Avenir Next LT Pro"/>
              </a:rPr>
              <a:t>8</a:t>
            </a:r>
            <a:r>
              <a:rPr lang="en-US" sz="2000" b="1" i="0" u="none" strike="noStrike" baseline="0">
                <a:solidFill>
                  <a:srgbClr val="000000"/>
                </a:solidFill>
                <a:latin typeface="Avenir Next LT Pro"/>
              </a:rPr>
              <a:t>:</a:t>
            </a:r>
            <a:endParaRPr lang="en-US"/>
          </a:p>
        </p:txBody>
      </p:sp>
    </p:spTree>
    <p:extLst>
      <p:ext uri="{BB962C8B-B14F-4D97-AF65-F5344CB8AC3E}">
        <p14:creationId xmlns:p14="http://schemas.microsoft.com/office/powerpoint/2010/main" val="2762516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8A810-6BBE-34A6-0191-7C5CF27B7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CE1529-65A9-976C-F67B-248DDA158FB3}"/>
              </a:ext>
            </a:extLst>
          </p:cNvPr>
          <p:cNvSpPr>
            <a:spLocks noGrp="1"/>
          </p:cNvSpPr>
          <p:nvPr>
            <p:ph type="title"/>
          </p:nvPr>
        </p:nvSpPr>
        <p:spPr>
          <a:xfrm>
            <a:off x="615749" y="1848523"/>
            <a:ext cx="11064243" cy="5011987"/>
          </a:xfrm>
        </p:spPr>
        <p:txBody>
          <a:bodyPr vert="horz" lIns="91440" tIns="45720" rIns="91440" bIns="45720" rtlCol="0" anchor="ctr">
            <a:noAutofit/>
          </a:bodyPr>
          <a:lstStyle/>
          <a:p>
            <a:pPr>
              <a:lnSpc>
                <a:spcPct val="110000"/>
              </a:lnSpc>
              <a:spcBef>
                <a:spcPts val="1000"/>
              </a:spcBef>
            </a:pPr>
            <a:r>
              <a:rPr lang="en-US" sz="2000" b="1"/>
              <a:t>Query 9:</a:t>
            </a:r>
            <a:r>
              <a:rPr lang="en-US" sz="2000"/>
              <a:t> Get the number of films each manager holds. Use only the manager staff id to identify the manager. Name the column with the number of films “</a:t>
            </a:r>
            <a:r>
              <a:rPr lang="en-US" sz="2000" err="1"/>
              <a:t>num_films</a:t>
            </a:r>
            <a:r>
              <a:rPr lang="en-US" sz="2000"/>
              <a:t>”.</a:t>
            </a:r>
            <a:br>
              <a:rPr lang="en-US" sz="2000"/>
            </a:br>
            <a:br>
              <a:rPr lang="en-US" sz="2000"/>
            </a:br>
            <a:br>
              <a:rPr lang="en-US" sz="2000"/>
            </a:br>
            <a:endParaRPr lang="en-US" sz="2000"/>
          </a:p>
          <a:p>
            <a:pPr>
              <a:lnSpc>
                <a:spcPct val="110000"/>
              </a:lnSpc>
              <a:spcBef>
                <a:spcPts val="1000"/>
              </a:spcBef>
            </a:pPr>
            <a:br>
              <a:rPr lang="en-US" sz="2000" b="1"/>
            </a:br>
            <a:r>
              <a:rPr lang="en-US" sz="2000" b="1"/>
              <a:t>Query 10:</a:t>
            </a:r>
            <a:r>
              <a:rPr lang="en-US" sz="2000"/>
              <a:t> Get the number of customers per manager. Use only the manager staff id to identify the manager. Name the column with the number of films “</a:t>
            </a:r>
            <a:r>
              <a:rPr lang="en-US" sz="2000" err="1"/>
              <a:t>num_customers</a:t>
            </a:r>
            <a:r>
              <a:rPr lang="en-US" sz="2000"/>
              <a:t>”. Order by store id (ascending).</a:t>
            </a:r>
            <a:br>
              <a:rPr lang="en-US" sz="2000"/>
            </a:br>
            <a:br>
              <a:rPr lang="en-US" sz="2000"/>
            </a:br>
            <a:br>
              <a:rPr lang="en-US" sz="2000"/>
            </a:br>
            <a:br>
              <a:rPr lang="en-US" sz="2000"/>
            </a:br>
            <a:endParaRPr lang="en-US" sz="2000"/>
          </a:p>
        </p:txBody>
      </p:sp>
      <p:sp>
        <p:nvSpPr>
          <p:cNvPr id="4" name="Text Placeholder 3">
            <a:extLst>
              <a:ext uri="{FF2B5EF4-FFF2-40B4-BE49-F238E27FC236}">
                <a16:creationId xmlns:a16="http://schemas.microsoft.com/office/drawing/2014/main" id="{F69A666D-6A1B-83BE-DD4F-4DB2E7E85CB9}"/>
              </a:ext>
            </a:extLst>
          </p:cNvPr>
          <p:cNvSpPr>
            <a:spLocks noGrp="1"/>
          </p:cNvSpPr>
          <p:nvPr>
            <p:ph type="body" idx="1"/>
          </p:nvPr>
        </p:nvSpPr>
        <p:spPr>
          <a:xfrm>
            <a:off x="723361" y="702973"/>
            <a:ext cx="10574318" cy="823912"/>
          </a:xfrm>
        </p:spPr>
        <p:txBody>
          <a:bodyPr>
            <a:normAutofit/>
          </a:bodyPr>
          <a:lstStyle/>
          <a:p>
            <a:pPr algn="ctr"/>
            <a:r>
              <a:rPr lang="en-US" sz="3200"/>
              <a:t>Query 9 and Query 10</a:t>
            </a:r>
            <a:endParaRPr lang="en-US" sz="3200" b="0"/>
          </a:p>
        </p:txBody>
      </p:sp>
      <p:cxnSp>
        <p:nvCxnSpPr>
          <p:cNvPr id="7" name="Straight Arrow Connector 6">
            <a:extLst>
              <a:ext uri="{FF2B5EF4-FFF2-40B4-BE49-F238E27FC236}">
                <a16:creationId xmlns:a16="http://schemas.microsoft.com/office/drawing/2014/main" id="{07F9A74A-07A4-C95E-2DD2-538B8646D15C}"/>
              </a:ext>
            </a:extLst>
          </p:cNvPr>
          <p:cNvCxnSpPr/>
          <p:nvPr/>
        </p:nvCxnSpPr>
        <p:spPr>
          <a:xfrm>
            <a:off x="612273" y="4034639"/>
            <a:ext cx="11304578" cy="23812"/>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6" name="Picture 5" descr="A screenshot of a computer code&#10;&#10;AI-generated content may be incorrect.">
            <a:extLst>
              <a:ext uri="{FF2B5EF4-FFF2-40B4-BE49-F238E27FC236}">
                <a16:creationId xmlns:a16="http://schemas.microsoft.com/office/drawing/2014/main" id="{AC1781E6-A3BA-A28D-D813-30A73454F567}"/>
              </a:ext>
            </a:extLst>
          </p:cNvPr>
          <p:cNvPicPr>
            <a:picLocks noChangeAspect="1"/>
          </p:cNvPicPr>
          <p:nvPr/>
        </p:nvPicPr>
        <p:blipFill>
          <a:blip r:embed="rId2"/>
          <a:srcRect r="-127" b="67907"/>
          <a:stretch>
            <a:fillRect/>
          </a:stretch>
        </p:blipFill>
        <p:spPr>
          <a:xfrm>
            <a:off x="619966" y="2941264"/>
            <a:ext cx="11288256" cy="986300"/>
          </a:xfrm>
          <a:prstGeom prst="rect">
            <a:avLst/>
          </a:prstGeom>
        </p:spPr>
      </p:pic>
      <p:pic>
        <p:nvPicPr>
          <p:cNvPr id="9" name="Picture 8" descr="A close-up of a computer code&#10;&#10;AI-generated content may be incorrect.">
            <a:extLst>
              <a:ext uri="{FF2B5EF4-FFF2-40B4-BE49-F238E27FC236}">
                <a16:creationId xmlns:a16="http://schemas.microsoft.com/office/drawing/2014/main" id="{308DE2B8-1A04-8147-021A-3CC1ACC8D060}"/>
              </a:ext>
            </a:extLst>
          </p:cNvPr>
          <p:cNvPicPr>
            <a:picLocks noChangeAspect="1"/>
          </p:cNvPicPr>
          <p:nvPr/>
        </p:nvPicPr>
        <p:blipFill>
          <a:blip r:embed="rId3"/>
          <a:stretch>
            <a:fillRect/>
          </a:stretch>
        </p:blipFill>
        <p:spPr>
          <a:xfrm>
            <a:off x="622829" y="5354940"/>
            <a:ext cx="6289675" cy="1203929"/>
          </a:xfrm>
          <a:prstGeom prst="rect">
            <a:avLst/>
          </a:prstGeom>
        </p:spPr>
      </p:pic>
    </p:spTree>
    <p:extLst>
      <p:ext uri="{BB962C8B-B14F-4D97-AF65-F5344CB8AC3E}">
        <p14:creationId xmlns:p14="http://schemas.microsoft.com/office/powerpoint/2010/main" val="2632131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85881-0096-FD86-6271-28D5A5227F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8D8C77-43CC-A1D5-8374-D69D60920DF9}"/>
              </a:ext>
            </a:extLst>
          </p:cNvPr>
          <p:cNvSpPr>
            <a:spLocks noGrp="1"/>
          </p:cNvSpPr>
          <p:nvPr>
            <p:ph type="title"/>
          </p:nvPr>
        </p:nvSpPr>
        <p:spPr>
          <a:xfrm>
            <a:off x="1115568" y="548640"/>
            <a:ext cx="10168128" cy="1179576"/>
          </a:xfrm>
        </p:spPr>
        <p:txBody>
          <a:bodyPr anchor="ctr">
            <a:normAutofit/>
          </a:bodyPr>
          <a:lstStyle/>
          <a:p>
            <a:pPr algn="ctr"/>
            <a:r>
              <a:rPr lang="en-US" b="1"/>
              <a:t>Results from Query 9 and Query 10</a:t>
            </a:r>
          </a:p>
        </p:txBody>
      </p:sp>
      <p:sp>
        <p:nvSpPr>
          <p:cNvPr id="4" name="Date Placeholder 3">
            <a:extLst>
              <a:ext uri="{FF2B5EF4-FFF2-40B4-BE49-F238E27FC236}">
                <a16:creationId xmlns:a16="http://schemas.microsoft.com/office/drawing/2014/main" id="{7B6C1A2E-23C8-64E3-F727-370C724A2789}"/>
              </a:ext>
            </a:extLst>
          </p:cNvPr>
          <p:cNvSpPr>
            <a:spLocks noGrp="1"/>
          </p:cNvSpPr>
          <p:nvPr>
            <p:ph type="dt" sz="half" idx="10"/>
          </p:nvPr>
        </p:nvSpPr>
        <p:spPr>
          <a:xfrm>
            <a:off x="1115568" y="6356350"/>
            <a:ext cx="2743200" cy="365125"/>
          </a:xfrm>
        </p:spPr>
        <p:txBody>
          <a:bodyPr anchor="ctr">
            <a:normAutofit/>
          </a:bodyPr>
          <a:lstStyle/>
          <a:p>
            <a:pPr>
              <a:spcAft>
                <a:spcPts val="600"/>
              </a:spcAft>
            </a:pPr>
            <a:fld id="{A6C69A18-68CD-4257-85EB-514F16DCDF55}" type="datetime1">
              <a:pPr>
                <a:spcAft>
                  <a:spcPts val="600"/>
                </a:spcAft>
              </a:pPr>
              <a:t>4/2/2026</a:t>
            </a:fld>
            <a:endParaRPr lang="en-US"/>
          </a:p>
        </p:txBody>
      </p:sp>
      <p:sp>
        <p:nvSpPr>
          <p:cNvPr id="6" name="Slide Number Placeholder 5">
            <a:extLst>
              <a:ext uri="{FF2B5EF4-FFF2-40B4-BE49-F238E27FC236}">
                <a16:creationId xmlns:a16="http://schemas.microsoft.com/office/drawing/2014/main" id="{BB172D78-32FC-21EB-E85E-1447D1B862DC}"/>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21</a:t>
            </a:fld>
            <a:endParaRPr lang="en-US"/>
          </a:p>
        </p:txBody>
      </p:sp>
      <p:sp>
        <p:nvSpPr>
          <p:cNvPr id="10" name="TextBox 9">
            <a:extLst>
              <a:ext uri="{FF2B5EF4-FFF2-40B4-BE49-F238E27FC236}">
                <a16:creationId xmlns:a16="http://schemas.microsoft.com/office/drawing/2014/main" id="{1D23A63E-62E4-AC3D-3CEA-314BB614AC92}"/>
              </a:ext>
            </a:extLst>
          </p:cNvPr>
          <p:cNvSpPr txBox="1"/>
          <p:nvPr/>
        </p:nvSpPr>
        <p:spPr>
          <a:xfrm>
            <a:off x="1602441" y="2308412"/>
            <a:ext cx="31376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i="0" u="none" strike="noStrike" baseline="0">
                <a:solidFill>
                  <a:srgbClr val="000000"/>
                </a:solidFill>
                <a:latin typeface="Avenir Next LT Pro"/>
              </a:rPr>
              <a:t>Query </a:t>
            </a:r>
            <a:r>
              <a:rPr lang="en-US" sz="2000" b="1">
                <a:solidFill>
                  <a:srgbClr val="000000"/>
                </a:solidFill>
                <a:latin typeface="Avenir Next LT Pro"/>
              </a:rPr>
              <a:t>9</a:t>
            </a:r>
            <a:r>
              <a:rPr lang="en-US" sz="2000" b="1" i="0" u="none" strike="noStrike" baseline="0">
                <a:solidFill>
                  <a:srgbClr val="000000"/>
                </a:solidFill>
                <a:latin typeface="Avenir Next LT Pro"/>
              </a:rPr>
              <a:t>:</a:t>
            </a:r>
            <a:endParaRPr lang="en-US"/>
          </a:p>
        </p:txBody>
      </p:sp>
      <p:sp>
        <p:nvSpPr>
          <p:cNvPr id="11" name="TextBox 10">
            <a:extLst>
              <a:ext uri="{FF2B5EF4-FFF2-40B4-BE49-F238E27FC236}">
                <a16:creationId xmlns:a16="http://schemas.microsoft.com/office/drawing/2014/main" id="{7283EDA1-EBD1-9F53-3FE7-0A5F447CDB99}"/>
              </a:ext>
            </a:extLst>
          </p:cNvPr>
          <p:cNvSpPr txBox="1"/>
          <p:nvPr/>
        </p:nvSpPr>
        <p:spPr>
          <a:xfrm>
            <a:off x="7463117" y="2308412"/>
            <a:ext cx="31376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i="0" u="none" strike="noStrike" baseline="0">
                <a:solidFill>
                  <a:srgbClr val="000000"/>
                </a:solidFill>
                <a:latin typeface="Avenir Next LT Pro"/>
              </a:rPr>
              <a:t>Query </a:t>
            </a:r>
            <a:r>
              <a:rPr lang="en-US" sz="2000" b="1">
                <a:solidFill>
                  <a:srgbClr val="000000"/>
                </a:solidFill>
                <a:latin typeface="Avenir Next LT Pro"/>
              </a:rPr>
              <a:t>10</a:t>
            </a:r>
            <a:r>
              <a:rPr lang="en-US" sz="2000" b="1" i="0" u="none" strike="noStrike" baseline="0">
                <a:solidFill>
                  <a:srgbClr val="000000"/>
                </a:solidFill>
                <a:latin typeface="Avenir Next LT Pro"/>
              </a:rPr>
              <a:t>:</a:t>
            </a:r>
            <a:endParaRPr lang="en-US"/>
          </a:p>
        </p:txBody>
      </p:sp>
      <p:pic>
        <p:nvPicPr>
          <p:cNvPr id="20" name="Picture 19" descr="A screenshot of a computer&#10;&#10;AI-generated content may be incorrect.">
            <a:extLst>
              <a:ext uri="{FF2B5EF4-FFF2-40B4-BE49-F238E27FC236}">
                <a16:creationId xmlns:a16="http://schemas.microsoft.com/office/drawing/2014/main" id="{6A1AC55C-CEFF-E0D5-C6EF-BB7D45D956DF}"/>
              </a:ext>
            </a:extLst>
          </p:cNvPr>
          <p:cNvPicPr>
            <a:picLocks noChangeAspect="1"/>
          </p:cNvPicPr>
          <p:nvPr/>
        </p:nvPicPr>
        <p:blipFill>
          <a:blip r:embed="rId2"/>
          <a:stretch>
            <a:fillRect/>
          </a:stretch>
        </p:blipFill>
        <p:spPr>
          <a:xfrm>
            <a:off x="1455644" y="2959474"/>
            <a:ext cx="3431241" cy="1151964"/>
          </a:xfrm>
          <a:prstGeom prst="rect">
            <a:avLst/>
          </a:prstGeom>
          <a:ln w="57150">
            <a:solidFill>
              <a:schemeClr val="accent1"/>
            </a:solidFill>
          </a:ln>
        </p:spPr>
      </p:pic>
      <p:pic>
        <p:nvPicPr>
          <p:cNvPr id="21" name="Picture 20" descr="A screenshot of a computer&#10;&#10;AI-generated content may be incorrect.">
            <a:extLst>
              <a:ext uri="{FF2B5EF4-FFF2-40B4-BE49-F238E27FC236}">
                <a16:creationId xmlns:a16="http://schemas.microsoft.com/office/drawing/2014/main" id="{E5A68604-1ACB-7EA0-08CC-11898C67372E}"/>
              </a:ext>
            </a:extLst>
          </p:cNvPr>
          <p:cNvPicPr>
            <a:picLocks noChangeAspect="1"/>
          </p:cNvPicPr>
          <p:nvPr/>
        </p:nvPicPr>
        <p:blipFill>
          <a:blip r:embed="rId3"/>
          <a:stretch>
            <a:fillRect/>
          </a:stretch>
        </p:blipFill>
        <p:spPr>
          <a:xfrm>
            <a:off x="7047100" y="2956391"/>
            <a:ext cx="3980889" cy="1158129"/>
          </a:xfrm>
          <a:prstGeom prst="rect">
            <a:avLst/>
          </a:prstGeom>
          <a:ln w="57150">
            <a:solidFill>
              <a:schemeClr val="accent1"/>
            </a:solidFill>
          </a:ln>
        </p:spPr>
      </p:pic>
    </p:spTree>
    <p:extLst>
      <p:ext uri="{BB962C8B-B14F-4D97-AF65-F5344CB8AC3E}">
        <p14:creationId xmlns:p14="http://schemas.microsoft.com/office/powerpoint/2010/main" val="687318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E438F-B8B9-DEDA-27FE-C8B430A38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3FF97D-0AFA-354B-C396-A0FC2276E279}"/>
              </a:ext>
            </a:extLst>
          </p:cNvPr>
          <p:cNvSpPr>
            <a:spLocks noGrp="1"/>
          </p:cNvSpPr>
          <p:nvPr>
            <p:ph type="title"/>
          </p:nvPr>
        </p:nvSpPr>
        <p:spPr>
          <a:solidFill>
            <a:schemeClr val="accent1">
              <a:lumMod val="20000"/>
              <a:lumOff val="80000"/>
            </a:schemeClr>
          </a:solidFill>
        </p:spPr>
        <p:txBody>
          <a:bodyPr/>
          <a:lstStyle/>
          <a:p>
            <a:pPr algn="ctr"/>
            <a:r>
              <a:rPr lang="en-US"/>
              <a:t>PART II: DATA VISUALIZATION</a:t>
            </a:r>
          </a:p>
        </p:txBody>
      </p:sp>
    </p:spTree>
    <p:extLst>
      <p:ext uri="{BB962C8B-B14F-4D97-AF65-F5344CB8AC3E}">
        <p14:creationId xmlns:p14="http://schemas.microsoft.com/office/powerpoint/2010/main" val="245641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3AA9CE-CEF5-F04D-72B6-F50E85034235}"/>
              </a:ext>
            </a:extLst>
          </p:cNvPr>
          <p:cNvSpPr>
            <a:spLocks noGrp="1"/>
          </p:cNvSpPr>
          <p:nvPr>
            <p:ph type="dt" sz="half" idx="10"/>
          </p:nvPr>
        </p:nvSpPr>
        <p:spPr/>
        <p:txBody>
          <a:bodyPr/>
          <a:lstStyle/>
          <a:p>
            <a:fld id="{715AFB5A-8052-4A89-A5AB-F7B6D5019148}" type="datetime1">
              <a:t>4/2/2026</a:t>
            </a:fld>
            <a:endParaRPr lang="en-US"/>
          </a:p>
        </p:txBody>
      </p:sp>
      <p:sp>
        <p:nvSpPr>
          <p:cNvPr id="3" name="Footer Placeholder 2">
            <a:extLst>
              <a:ext uri="{FF2B5EF4-FFF2-40B4-BE49-F238E27FC236}">
                <a16:creationId xmlns:a16="http://schemas.microsoft.com/office/drawing/2014/main" id="{D7175939-9E0C-6CD6-DC0E-4DE6691BFC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597065-A4BF-64F0-2A2F-B23C8AE46C55}"/>
              </a:ext>
            </a:extLst>
          </p:cNvPr>
          <p:cNvSpPr>
            <a:spLocks noGrp="1"/>
          </p:cNvSpPr>
          <p:nvPr>
            <p:ph type="sldNum" sz="quarter" idx="12"/>
          </p:nvPr>
        </p:nvSpPr>
        <p:spPr/>
        <p:txBody>
          <a:bodyPr/>
          <a:lstStyle/>
          <a:p>
            <a:fld id="{A65A5C87-DF58-40C8-B092-1DE63DB4547E}" type="slidenum">
              <a:rPr lang="en-US" dirty="0"/>
              <a:t>23</a:t>
            </a:fld>
            <a:endParaRPr lang="en-US"/>
          </a:p>
        </p:txBody>
      </p:sp>
      <p:pic>
        <p:nvPicPr>
          <p:cNvPr id="5" name="Picture 4" descr="A bar graph with numbers and text&#10;&#10;AI-generated content may be incorrect.">
            <a:extLst>
              <a:ext uri="{FF2B5EF4-FFF2-40B4-BE49-F238E27FC236}">
                <a16:creationId xmlns:a16="http://schemas.microsoft.com/office/drawing/2014/main" id="{5DC29A38-3606-0918-CB76-19752F4E633D}"/>
              </a:ext>
            </a:extLst>
          </p:cNvPr>
          <p:cNvPicPr>
            <a:picLocks noChangeAspect="1"/>
          </p:cNvPicPr>
          <p:nvPr/>
        </p:nvPicPr>
        <p:blipFill>
          <a:blip r:embed="rId2"/>
          <a:stretch>
            <a:fillRect/>
          </a:stretch>
        </p:blipFill>
        <p:spPr>
          <a:xfrm>
            <a:off x="1242115" y="489729"/>
            <a:ext cx="9707772" cy="5864164"/>
          </a:xfrm>
          <a:prstGeom prst="rect">
            <a:avLst/>
          </a:prstGeom>
        </p:spPr>
      </p:pic>
    </p:spTree>
    <p:extLst>
      <p:ext uri="{BB962C8B-B14F-4D97-AF65-F5344CB8AC3E}">
        <p14:creationId xmlns:p14="http://schemas.microsoft.com/office/powerpoint/2010/main" val="3400287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61849-1E45-15FC-F65C-67C0A8E5DB37}"/>
              </a:ext>
            </a:extLst>
          </p:cNvPr>
          <p:cNvSpPr>
            <a:spLocks noGrp="1"/>
          </p:cNvSpPr>
          <p:nvPr>
            <p:ph type="dt" sz="half" idx="10"/>
          </p:nvPr>
        </p:nvSpPr>
        <p:spPr/>
        <p:txBody>
          <a:bodyPr/>
          <a:lstStyle/>
          <a:p>
            <a:fld id="{8EB2C04F-F1A3-421A-A66D-86A75DAF4B30}" type="datetime1">
              <a:t>4/2/2026</a:t>
            </a:fld>
            <a:endParaRPr lang="en-US"/>
          </a:p>
        </p:txBody>
      </p:sp>
      <p:sp>
        <p:nvSpPr>
          <p:cNvPr id="3" name="Footer Placeholder 2">
            <a:extLst>
              <a:ext uri="{FF2B5EF4-FFF2-40B4-BE49-F238E27FC236}">
                <a16:creationId xmlns:a16="http://schemas.microsoft.com/office/drawing/2014/main" id="{CB73AD9C-53C3-CE66-B858-BB7F8848DD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75ECDF-B990-A45F-FFFB-4F9156BF55CF}"/>
              </a:ext>
            </a:extLst>
          </p:cNvPr>
          <p:cNvSpPr>
            <a:spLocks noGrp="1"/>
          </p:cNvSpPr>
          <p:nvPr>
            <p:ph type="sldNum" sz="quarter" idx="12"/>
          </p:nvPr>
        </p:nvSpPr>
        <p:spPr/>
        <p:txBody>
          <a:bodyPr/>
          <a:lstStyle/>
          <a:p>
            <a:fld id="{A65A5C87-DF58-40C8-B092-1DE63DB4547E}" type="slidenum">
              <a:rPr lang="en-US" dirty="0"/>
              <a:t>24</a:t>
            </a:fld>
            <a:endParaRPr lang="en-US"/>
          </a:p>
        </p:txBody>
      </p:sp>
      <p:pic>
        <p:nvPicPr>
          <p:cNvPr id="5" name="Picture 4" descr="A graph of a number of cities&#10;&#10;AI-generated content may be incorrect.">
            <a:extLst>
              <a:ext uri="{FF2B5EF4-FFF2-40B4-BE49-F238E27FC236}">
                <a16:creationId xmlns:a16="http://schemas.microsoft.com/office/drawing/2014/main" id="{34D204D7-6CD1-E21C-3DB8-20B74146F6EA}"/>
              </a:ext>
            </a:extLst>
          </p:cNvPr>
          <p:cNvPicPr>
            <a:picLocks noChangeAspect="1"/>
          </p:cNvPicPr>
          <p:nvPr/>
        </p:nvPicPr>
        <p:blipFill>
          <a:blip r:embed="rId2"/>
          <a:stretch>
            <a:fillRect/>
          </a:stretch>
        </p:blipFill>
        <p:spPr>
          <a:xfrm>
            <a:off x="566379" y="764696"/>
            <a:ext cx="10786074" cy="5314231"/>
          </a:xfrm>
          <a:prstGeom prst="rect">
            <a:avLst/>
          </a:prstGeom>
        </p:spPr>
      </p:pic>
    </p:spTree>
    <p:extLst>
      <p:ext uri="{BB962C8B-B14F-4D97-AF65-F5344CB8AC3E}">
        <p14:creationId xmlns:p14="http://schemas.microsoft.com/office/powerpoint/2010/main" val="2334560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4C16FA-3CDF-D91B-75C1-CF05BF54669C}"/>
              </a:ext>
            </a:extLst>
          </p:cNvPr>
          <p:cNvSpPr>
            <a:spLocks noGrp="1"/>
          </p:cNvSpPr>
          <p:nvPr>
            <p:ph type="dt" sz="half" idx="10"/>
          </p:nvPr>
        </p:nvSpPr>
        <p:spPr/>
        <p:txBody>
          <a:bodyPr/>
          <a:lstStyle/>
          <a:p>
            <a:fld id="{FCA547A9-2E75-4460-9DFF-AE8E9F5245CA}" type="datetime1">
              <a:t>4/2/2026</a:t>
            </a:fld>
            <a:endParaRPr lang="en-US"/>
          </a:p>
        </p:txBody>
      </p:sp>
      <p:sp>
        <p:nvSpPr>
          <p:cNvPr id="3" name="Footer Placeholder 2">
            <a:extLst>
              <a:ext uri="{FF2B5EF4-FFF2-40B4-BE49-F238E27FC236}">
                <a16:creationId xmlns:a16="http://schemas.microsoft.com/office/drawing/2014/main" id="{900D0272-28BA-313D-3375-15400A595A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FA756-B481-DED5-117D-DA6B41A8325A}"/>
              </a:ext>
            </a:extLst>
          </p:cNvPr>
          <p:cNvSpPr>
            <a:spLocks noGrp="1"/>
          </p:cNvSpPr>
          <p:nvPr>
            <p:ph type="sldNum" sz="quarter" idx="12"/>
          </p:nvPr>
        </p:nvSpPr>
        <p:spPr/>
        <p:txBody>
          <a:bodyPr/>
          <a:lstStyle/>
          <a:p>
            <a:fld id="{A65A5C87-DF58-40C8-B092-1DE63DB4547E}" type="slidenum">
              <a:rPr lang="en-US" dirty="0"/>
              <a:t>25</a:t>
            </a:fld>
            <a:endParaRPr lang="en-US"/>
          </a:p>
        </p:txBody>
      </p:sp>
      <p:pic>
        <p:nvPicPr>
          <p:cNvPr id="5" name="Picture 4" descr="A bar graph with numbers and text&#10;&#10;AI-generated content may be incorrect.">
            <a:extLst>
              <a:ext uri="{FF2B5EF4-FFF2-40B4-BE49-F238E27FC236}">
                <a16:creationId xmlns:a16="http://schemas.microsoft.com/office/drawing/2014/main" id="{D23FDE51-3E83-D0C2-D7CD-030B8C84832F}"/>
              </a:ext>
            </a:extLst>
          </p:cNvPr>
          <p:cNvPicPr>
            <a:picLocks noChangeAspect="1"/>
          </p:cNvPicPr>
          <p:nvPr/>
        </p:nvPicPr>
        <p:blipFill>
          <a:blip r:embed="rId2"/>
          <a:stretch>
            <a:fillRect/>
          </a:stretch>
        </p:blipFill>
        <p:spPr>
          <a:xfrm>
            <a:off x="681398" y="735942"/>
            <a:ext cx="10829206" cy="5386117"/>
          </a:xfrm>
          <a:prstGeom prst="rect">
            <a:avLst/>
          </a:prstGeom>
        </p:spPr>
      </p:pic>
    </p:spTree>
    <p:extLst>
      <p:ext uri="{BB962C8B-B14F-4D97-AF65-F5344CB8AC3E}">
        <p14:creationId xmlns:p14="http://schemas.microsoft.com/office/powerpoint/2010/main" val="2456247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CED8DD-8B4D-DAA5-4097-FE0E0F34D1B9}"/>
              </a:ext>
            </a:extLst>
          </p:cNvPr>
          <p:cNvSpPr>
            <a:spLocks noGrp="1"/>
          </p:cNvSpPr>
          <p:nvPr>
            <p:ph type="dt" sz="half" idx="10"/>
          </p:nvPr>
        </p:nvSpPr>
        <p:spPr/>
        <p:txBody>
          <a:bodyPr/>
          <a:lstStyle/>
          <a:p>
            <a:fld id="{55D80BA5-DA4B-4736-97A2-12BE81E38AF7}" type="datetime1">
              <a:t>4/2/2026</a:t>
            </a:fld>
            <a:endParaRPr lang="en-US"/>
          </a:p>
        </p:txBody>
      </p:sp>
      <p:sp>
        <p:nvSpPr>
          <p:cNvPr id="3" name="Footer Placeholder 2">
            <a:extLst>
              <a:ext uri="{FF2B5EF4-FFF2-40B4-BE49-F238E27FC236}">
                <a16:creationId xmlns:a16="http://schemas.microsoft.com/office/drawing/2014/main" id="{CDF1A435-63D8-37DB-8E4A-F5957804E7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C7B114-FDFF-1157-041B-71AF324FF6AB}"/>
              </a:ext>
            </a:extLst>
          </p:cNvPr>
          <p:cNvSpPr>
            <a:spLocks noGrp="1"/>
          </p:cNvSpPr>
          <p:nvPr>
            <p:ph type="sldNum" sz="quarter" idx="12"/>
          </p:nvPr>
        </p:nvSpPr>
        <p:spPr/>
        <p:txBody>
          <a:bodyPr/>
          <a:lstStyle/>
          <a:p>
            <a:fld id="{A65A5C87-DF58-40C8-B092-1DE63DB4547E}" type="slidenum">
              <a:rPr lang="en-US" dirty="0"/>
              <a:t>26</a:t>
            </a:fld>
            <a:endParaRPr lang="en-US"/>
          </a:p>
        </p:txBody>
      </p:sp>
      <p:pic>
        <p:nvPicPr>
          <p:cNvPr id="5" name="Picture 4" descr="A graph of a number of rentals&#10;&#10;AI-generated content may be incorrect.">
            <a:extLst>
              <a:ext uri="{FF2B5EF4-FFF2-40B4-BE49-F238E27FC236}">
                <a16:creationId xmlns:a16="http://schemas.microsoft.com/office/drawing/2014/main" id="{1A421703-7724-6A86-BD24-A3BA301476CF}"/>
              </a:ext>
            </a:extLst>
          </p:cNvPr>
          <p:cNvPicPr>
            <a:picLocks noChangeAspect="1"/>
          </p:cNvPicPr>
          <p:nvPr/>
        </p:nvPicPr>
        <p:blipFill>
          <a:blip r:embed="rId2"/>
          <a:stretch>
            <a:fillRect/>
          </a:stretch>
        </p:blipFill>
        <p:spPr>
          <a:xfrm>
            <a:off x="853926" y="836583"/>
            <a:ext cx="10469772" cy="5184834"/>
          </a:xfrm>
          <a:prstGeom prst="rect">
            <a:avLst/>
          </a:prstGeom>
        </p:spPr>
      </p:pic>
    </p:spTree>
    <p:extLst>
      <p:ext uri="{BB962C8B-B14F-4D97-AF65-F5344CB8AC3E}">
        <p14:creationId xmlns:p14="http://schemas.microsoft.com/office/powerpoint/2010/main" val="10720952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068AB-5D26-55EC-6EDC-DB4D5B2F2EF9}"/>
              </a:ext>
            </a:extLst>
          </p:cNvPr>
          <p:cNvSpPr>
            <a:spLocks noGrp="1"/>
          </p:cNvSpPr>
          <p:nvPr>
            <p:ph type="dt" sz="half" idx="10"/>
          </p:nvPr>
        </p:nvSpPr>
        <p:spPr/>
        <p:txBody>
          <a:bodyPr/>
          <a:lstStyle/>
          <a:p>
            <a:fld id="{FB291E45-F8A0-4929-8B86-932D1C843773}" type="datetime1">
              <a:t>4/2/2026</a:t>
            </a:fld>
            <a:endParaRPr lang="en-US"/>
          </a:p>
        </p:txBody>
      </p:sp>
      <p:sp>
        <p:nvSpPr>
          <p:cNvPr id="3" name="Footer Placeholder 2">
            <a:extLst>
              <a:ext uri="{FF2B5EF4-FFF2-40B4-BE49-F238E27FC236}">
                <a16:creationId xmlns:a16="http://schemas.microsoft.com/office/drawing/2014/main" id="{1222F5B0-7CEB-1A3E-112A-4A6E912BEB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FB793A-73AC-6ADC-1875-D48988B8C763}"/>
              </a:ext>
            </a:extLst>
          </p:cNvPr>
          <p:cNvSpPr>
            <a:spLocks noGrp="1"/>
          </p:cNvSpPr>
          <p:nvPr>
            <p:ph type="sldNum" sz="quarter" idx="12"/>
          </p:nvPr>
        </p:nvSpPr>
        <p:spPr/>
        <p:txBody>
          <a:bodyPr/>
          <a:lstStyle/>
          <a:p>
            <a:fld id="{A65A5C87-DF58-40C8-B092-1DE63DB4547E}" type="slidenum">
              <a:rPr lang="en-US" dirty="0"/>
              <a:t>27</a:t>
            </a:fld>
            <a:endParaRPr lang="en-US"/>
          </a:p>
        </p:txBody>
      </p:sp>
      <p:pic>
        <p:nvPicPr>
          <p:cNvPr id="5" name="Picture 4" descr="A graph of a number of blue bars&#10;&#10;AI-generated content may be incorrect.">
            <a:extLst>
              <a:ext uri="{FF2B5EF4-FFF2-40B4-BE49-F238E27FC236}">
                <a16:creationId xmlns:a16="http://schemas.microsoft.com/office/drawing/2014/main" id="{DBCD9653-C5AF-7A35-1B34-16F4900D45E9}"/>
              </a:ext>
            </a:extLst>
          </p:cNvPr>
          <p:cNvPicPr>
            <a:picLocks noChangeAspect="1"/>
          </p:cNvPicPr>
          <p:nvPr/>
        </p:nvPicPr>
        <p:blipFill>
          <a:blip r:embed="rId2"/>
          <a:stretch>
            <a:fillRect/>
          </a:stretch>
        </p:blipFill>
        <p:spPr>
          <a:xfrm>
            <a:off x="940191" y="879715"/>
            <a:ext cx="10297243" cy="5098570"/>
          </a:xfrm>
          <a:prstGeom prst="rect">
            <a:avLst/>
          </a:prstGeom>
        </p:spPr>
      </p:pic>
    </p:spTree>
    <p:extLst>
      <p:ext uri="{BB962C8B-B14F-4D97-AF65-F5344CB8AC3E}">
        <p14:creationId xmlns:p14="http://schemas.microsoft.com/office/powerpoint/2010/main" val="417491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7BEDAC-A66B-5D1E-CF15-59FE0887820E}"/>
              </a:ext>
            </a:extLst>
          </p:cNvPr>
          <p:cNvSpPr>
            <a:spLocks noGrp="1"/>
          </p:cNvSpPr>
          <p:nvPr>
            <p:ph type="dt" sz="half" idx="10"/>
          </p:nvPr>
        </p:nvSpPr>
        <p:spPr/>
        <p:txBody>
          <a:bodyPr/>
          <a:lstStyle/>
          <a:p>
            <a:fld id="{9ED070FA-9D9C-494F-B3A4-10E26F768BB0}" type="datetime1">
              <a:t>4/2/2026</a:t>
            </a:fld>
            <a:endParaRPr lang="en-US"/>
          </a:p>
        </p:txBody>
      </p:sp>
      <p:sp>
        <p:nvSpPr>
          <p:cNvPr id="3" name="Footer Placeholder 2">
            <a:extLst>
              <a:ext uri="{FF2B5EF4-FFF2-40B4-BE49-F238E27FC236}">
                <a16:creationId xmlns:a16="http://schemas.microsoft.com/office/drawing/2014/main" id="{26714294-3E60-E919-C441-90FA99AF44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8BAEF0-3E13-98F8-BED1-67119733DF00}"/>
              </a:ext>
            </a:extLst>
          </p:cNvPr>
          <p:cNvSpPr>
            <a:spLocks noGrp="1"/>
          </p:cNvSpPr>
          <p:nvPr>
            <p:ph type="sldNum" sz="quarter" idx="12"/>
          </p:nvPr>
        </p:nvSpPr>
        <p:spPr/>
        <p:txBody>
          <a:bodyPr/>
          <a:lstStyle/>
          <a:p>
            <a:fld id="{A65A5C87-DF58-40C8-B092-1DE63DB4547E}" type="slidenum">
              <a:rPr lang="en-US" dirty="0"/>
              <a:t>28</a:t>
            </a:fld>
            <a:endParaRPr lang="en-US"/>
          </a:p>
        </p:txBody>
      </p:sp>
      <p:pic>
        <p:nvPicPr>
          <p:cNvPr id="6" name="Picture 5" descr="A graph of a number of rentals&#10;&#10;AI-generated content may be incorrect.">
            <a:extLst>
              <a:ext uri="{FF2B5EF4-FFF2-40B4-BE49-F238E27FC236}">
                <a16:creationId xmlns:a16="http://schemas.microsoft.com/office/drawing/2014/main" id="{CE3AFC22-9765-7113-1AE0-8AC23BBC269A}"/>
              </a:ext>
            </a:extLst>
          </p:cNvPr>
          <p:cNvPicPr>
            <a:picLocks noChangeAspect="1"/>
          </p:cNvPicPr>
          <p:nvPr/>
        </p:nvPicPr>
        <p:blipFill>
          <a:blip r:embed="rId2"/>
          <a:stretch>
            <a:fillRect/>
          </a:stretch>
        </p:blipFill>
        <p:spPr>
          <a:xfrm>
            <a:off x="1214259" y="330231"/>
            <a:ext cx="9763484" cy="6197540"/>
          </a:xfrm>
          <a:prstGeom prst="rect">
            <a:avLst/>
          </a:prstGeom>
        </p:spPr>
      </p:pic>
    </p:spTree>
    <p:extLst>
      <p:ext uri="{BB962C8B-B14F-4D97-AF65-F5344CB8AC3E}">
        <p14:creationId xmlns:p14="http://schemas.microsoft.com/office/powerpoint/2010/main" val="994660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1DC54-7B4D-EE36-4578-C46F8AD56D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7CD86-324B-F069-EF3E-94A3E48AD3BF}"/>
              </a:ext>
            </a:extLst>
          </p:cNvPr>
          <p:cNvSpPr>
            <a:spLocks noGrp="1"/>
          </p:cNvSpPr>
          <p:nvPr>
            <p:ph type="title"/>
          </p:nvPr>
        </p:nvSpPr>
        <p:spPr>
          <a:solidFill>
            <a:schemeClr val="accent1">
              <a:lumMod val="20000"/>
              <a:lumOff val="80000"/>
            </a:schemeClr>
          </a:solidFill>
        </p:spPr>
        <p:txBody>
          <a:bodyPr/>
          <a:lstStyle/>
          <a:p>
            <a:pPr algn="ctr"/>
            <a:r>
              <a:rPr lang="en-US"/>
              <a:t>PART II: MODELING</a:t>
            </a:r>
          </a:p>
        </p:txBody>
      </p:sp>
    </p:spTree>
    <p:extLst>
      <p:ext uri="{BB962C8B-B14F-4D97-AF65-F5344CB8AC3E}">
        <p14:creationId xmlns:p14="http://schemas.microsoft.com/office/powerpoint/2010/main" val="8748267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851C5-8805-AE15-1D77-9CE552D87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CE09B-0575-48C6-B2DC-C83ED61BCB64}"/>
              </a:ext>
            </a:extLst>
          </p:cNvPr>
          <p:cNvSpPr>
            <a:spLocks noGrp="1"/>
          </p:cNvSpPr>
          <p:nvPr>
            <p:ph type="title"/>
          </p:nvPr>
        </p:nvSpPr>
        <p:spPr/>
        <p:txBody>
          <a:bodyPr/>
          <a:lstStyle/>
          <a:p>
            <a:r>
              <a:rPr lang="en-US"/>
              <a:t>Simple Linear Regression</a:t>
            </a:r>
          </a:p>
        </p:txBody>
      </p:sp>
      <p:sp>
        <p:nvSpPr>
          <p:cNvPr id="3" name="Content Placeholder 2">
            <a:extLst>
              <a:ext uri="{FF2B5EF4-FFF2-40B4-BE49-F238E27FC236}">
                <a16:creationId xmlns:a16="http://schemas.microsoft.com/office/drawing/2014/main" id="{519E8F40-E502-9789-6104-CC042E987F64}"/>
              </a:ext>
            </a:extLst>
          </p:cNvPr>
          <p:cNvSpPr>
            <a:spLocks noGrp="1"/>
          </p:cNvSpPr>
          <p:nvPr>
            <p:ph idx="1"/>
          </p:nvPr>
        </p:nvSpPr>
        <p:spPr/>
        <p:txBody>
          <a:bodyPr vert="horz" lIns="91440" tIns="45720" rIns="91440" bIns="45720" rtlCol="0" anchor="t">
            <a:normAutofit/>
          </a:bodyPr>
          <a:lstStyle/>
          <a:p>
            <a:r>
              <a:rPr lang="en-US"/>
              <a:t>108 rows</a:t>
            </a:r>
          </a:p>
          <a:p>
            <a:r>
              <a:rPr lang="en-US" dirty="0"/>
              <a:t>Dependent Variable: '</a:t>
            </a:r>
            <a:r>
              <a:rPr lang="en-US" dirty="0" err="1"/>
              <a:t>total_spent</a:t>
            </a:r>
            <a:r>
              <a:rPr lang="en-US" dirty="0"/>
              <a:t>'</a:t>
            </a:r>
            <a:endParaRPr lang="en-US"/>
          </a:p>
          <a:p>
            <a:r>
              <a:rPr lang="en-US" dirty="0"/>
              <a:t>Independent: '</a:t>
            </a:r>
            <a:r>
              <a:rPr lang="en-US" dirty="0" err="1"/>
              <a:t>num_rentals</a:t>
            </a:r>
            <a:r>
              <a:rPr lang="en-US" dirty="0"/>
              <a:t>'</a:t>
            </a:r>
          </a:p>
          <a:p>
            <a:pPr marL="0" indent="0">
              <a:buNone/>
            </a:pPr>
            <a:endParaRPr lang="en-US" dirty="0"/>
          </a:p>
          <a:p>
            <a:endParaRPr lang="en-US" dirty="0"/>
          </a:p>
        </p:txBody>
      </p:sp>
      <p:pic>
        <p:nvPicPr>
          <p:cNvPr id="4" name="Picture 3">
            <a:extLst>
              <a:ext uri="{FF2B5EF4-FFF2-40B4-BE49-F238E27FC236}">
                <a16:creationId xmlns:a16="http://schemas.microsoft.com/office/drawing/2014/main" id="{3AC38D9D-E811-DD3A-EE7E-A8210E3DC52A}"/>
              </a:ext>
            </a:extLst>
          </p:cNvPr>
          <p:cNvPicPr>
            <a:picLocks noChangeAspect="1"/>
          </p:cNvPicPr>
          <p:nvPr/>
        </p:nvPicPr>
        <p:blipFill>
          <a:blip r:embed="rId2"/>
          <a:stretch>
            <a:fillRect/>
          </a:stretch>
        </p:blipFill>
        <p:spPr>
          <a:xfrm>
            <a:off x="950254" y="4762769"/>
            <a:ext cx="5417569" cy="1401254"/>
          </a:xfrm>
          <a:prstGeom prst="rect">
            <a:avLst/>
          </a:prstGeom>
        </p:spPr>
      </p:pic>
    </p:spTree>
    <p:extLst>
      <p:ext uri="{BB962C8B-B14F-4D97-AF65-F5344CB8AC3E}">
        <p14:creationId xmlns:p14="http://schemas.microsoft.com/office/powerpoint/2010/main" val="3813411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DBE06C-1CF7-FDDA-6B50-C3EEACEC7D95}"/>
              </a:ext>
            </a:extLst>
          </p:cNvPr>
          <p:cNvSpPr>
            <a:spLocks noGrp="1"/>
          </p:cNvSpPr>
          <p:nvPr>
            <p:ph type="dt" sz="half" idx="10"/>
          </p:nvPr>
        </p:nvSpPr>
        <p:spPr/>
        <p:txBody>
          <a:bodyPr/>
          <a:lstStyle/>
          <a:p>
            <a:fld id="{9C623880-38A9-4178-87E9-5546C80EE6C5}" type="datetime1">
              <a:t>4/2/2026</a:t>
            </a:fld>
            <a:endParaRPr lang="en-US"/>
          </a:p>
        </p:txBody>
      </p:sp>
      <p:sp>
        <p:nvSpPr>
          <p:cNvPr id="3" name="Footer Placeholder 2">
            <a:extLst>
              <a:ext uri="{FF2B5EF4-FFF2-40B4-BE49-F238E27FC236}">
                <a16:creationId xmlns:a16="http://schemas.microsoft.com/office/drawing/2014/main" id="{5DBC0351-CD26-A2FC-CC3F-16EE29D597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17C959-4925-EB71-CE1C-9D4C9F215200}"/>
              </a:ext>
            </a:extLst>
          </p:cNvPr>
          <p:cNvSpPr>
            <a:spLocks noGrp="1"/>
          </p:cNvSpPr>
          <p:nvPr>
            <p:ph type="sldNum" sz="quarter" idx="12"/>
          </p:nvPr>
        </p:nvSpPr>
        <p:spPr/>
        <p:txBody>
          <a:bodyPr/>
          <a:lstStyle/>
          <a:p>
            <a:fld id="{A65A5C87-DF58-40C8-B092-1DE63DB4547E}" type="slidenum">
              <a:rPr lang="en-US" dirty="0"/>
              <a:t>31</a:t>
            </a:fld>
            <a:endParaRPr lang="en-US"/>
          </a:p>
        </p:txBody>
      </p:sp>
      <p:pic>
        <p:nvPicPr>
          <p:cNvPr id="5" name="Picture 4">
            <a:extLst>
              <a:ext uri="{FF2B5EF4-FFF2-40B4-BE49-F238E27FC236}">
                <a16:creationId xmlns:a16="http://schemas.microsoft.com/office/drawing/2014/main" id="{F16B1CE5-0AE9-73FF-7A75-78EC2B44EBF7}"/>
              </a:ext>
            </a:extLst>
          </p:cNvPr>
          <p:cNvPicPr>
            <a:picLocks noChangeAspect="1"/>
          </p:cNvPicPr>
          <p:nvPr/>
        </p:nvPicPr>
        <p:blipFill>
          <a:blip r:embed="rId2"/>
          <a:stretch>
            <a:fillRect/>
          </a:stretch>
        </p:blipFill>
        <p:spPr>
          <a:xfrm>
            <a:off x="1894936" y="105046"/>
            <a:ext cx="8100203" cy="6245344"/>
          </a:xfrm>
          <a:prstGeom prst="rect">
            <a:avLst/>
          </a:prstGeom>
        </p:spPr>
      </p:pic>
    </p:spTree>
    <p:extLst>
      <p:ext uri="{BB962C8B-B14F-4D97-AF65-F5344CB8AC3E}">
        <p14:creationId xmlns:p14="http://schemas.microsoft.com/office/powerpoint/2010/main" val="33011877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7D623-B2DD-A5F0-A60B-1A96CB966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5AD2E-CC70-8E0D-3ADE-9D90746541A8}"/>
              </a:ext>
            </a:extLst>
          </p:cNvPr>
          <p:cNvSpPr>
            <a:spLocks noGrp="1"/>
          </p:cNvSpPr>
          <p:nvPr>
            <p:ph type="title"/>
          </p:nvPr>
        </p:nvSpPr>
        <p:spPr>
          <a:solidFill>
            <a:schemeClr val="accent1">
              <a:lumMod val="20000"/>
              <a:lumOff val="80000"/>
            </a:schemeClr>
          </a:solidFill>
        </p:spPr>
        <p:txBody>
          <a:bodyPr/>
          <a:lstStyle/>
          <a:p>
            <a:pPr algn="ctr"/>
            <a:r>
              <a:rPr lang="en-US"/>
              <a:t>THANK YOU</a:t>
            </a:r>
            <a:endParaRPr lang="en-US" dirty="0"/>
          </a:p>
        </p:txBody>
      </p:sp>
    </p:spTree>
    <p:extLst>
      <p:ext uri="{BB962C8B-B14F-4D97-AF65-F5344CB8AC3E}">
        <p14:creationId xmlns:p14="http://schemas.microsoft.com/office/powerpoint/2010/main" val="2322913573"/>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32</Slides>
  <Notes>0</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AccentBoxVTI</vt:lpstr>
      <vt:lpstr>Mini Project 4</vt:lpstr>
      <vt:lpstr>PART I: SINGLE-TABLE QUERIES</vt:lpstr>
      <vt:lpstr>Query 1, 2 and 3</vt:lpstr>
      <vt:lpstr>Query 1, 2 and 3 Results</vt:lpstr>
      <vt:lpstr>Query 4, 5, and 6</vt:lpstr>
      <vt:lpstr>Query 4, 5 and 6 Results</vt:lpstr>
      <vt:lpstr>Query 7 and 8</vt:lpstr>
      <vt:lpstr>Query 7 and 8 Results</vt:lpstr>
      <vt:lpstr>Query 9 and 10</vt:lpstr>
      <vt:lpstr>Query 9 and 10 Results</vt:lpstr>
      <vt:lpstr>PART I: MULTI-TABLE QUERIES</vt:lpstr>
      <vt:lpstr>Query 1: Get a list of category names and a count of movies that fall into that category. Name the category column “category” the count column “num_films”. Order the results alphabetically (ascending). Use the WHERE clause to join the tables.      Query 2: Repeat the query above using a JOIN clause instead of the WHERE clause.    </vt:lpstr>
      <vt:lpstr>Results from Query 1 and Query 2</vt:lpstr>
      <vt:lpstr>Query 3: Get a list of country names and a count of the cities that are in that country. Name the count column “num_cities”. Order the results alphabetically (ascending). Use the WHERE clause to join the tables.      Query 4: Repeat the query above using a JOIN clause instead of the WHERE clause.    </vt:lpstr>
      <vt:lpstr>Results from Query 3 and Query 4</vt:lpstr>
      <vt:lpstr>Query 5: Get a list of each customer’s last name and first name and the number of rentals they have. Name the count column “num_rentals”. Order the result by the number of rentals in descending order. The highest number of rentals should be at the top. Sort any ties (same number of rentals) by last name (ascending). Use the WHERE clause to join the tables..      Query 6: Repeat the query above using a JOIN clause instead of the WHERE clause.    </vt:lpstr>
      <vt:lpstr>Results from Query 5 and Query 6</vt:lpstr>
      <vt:lpstr>Query 7: Get a list of each customer’s last name and first name and the amount of money they have spent on rentals. Name the sum column “total_spent”. Order the result by the amount in descending order. The highest amount of money spent should be at the top. Sort any ties (amount of money spent) by last name (ascending). Use the JOIN clause for this query.     Query 8: Get the number of actors in each film. Order the results (ascending) by the film title and name the column with the actor count “num_actors”..    </vt:lpstr>
      <vt:lpstr>Results from Query 7 and Query 8</vt:lpstr>
      <vt:lpstr>Query 9: Get the number of films each manager holds. Use only the manager staff id to identify the manager. Name the column with the number of films “num_films”.     Query 10: Get the number of customers per manager. Use only the manager staff id to identify the manager. Name the column with the number of films “num_customers”. Order by store id (ascending).    </vt:lpstr>
      <vt:lpstr>Results from Query 9 and Query 10</vt:lpstr>
      <vt:lpstr>PART II: DATA VISUALIZATION</vt:lpstr>
      <vt:lpstr>PowerPoint Presentation</vt:lpstr>
      <vt:lpstr>PowerPoint Presentation</vt:lpstr>
      <vt:lpstr>PowerPoint Presentation</vt:lpstr>
      <vt:lpstr>PowerPoint Presentation</vt:lpstr>
      <vt:lpstr>PowerPoint Presentation</vt:lpstr>
      <vt:lpstr>PowerPoint Presentation</vt:lpstr>
      <vt:lpstr>PART II: MODELING</vt:lpstr>
      <vt:lpstr>Simple Linear Regression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85</cp:revision>
  <dcterms:created xsi:type="dcterms:W3CDTF">2026-03-31T17:18:24Z</dcterms:created>
  <dcterms:modified xsi:type="dcterms:W3CDTF">2026-04-02T12:01:11Z</dcterms:modified>
</cp:coreProperties>
</file>